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Montserrat"/>
      <p:regular r:id="rId29"/>
      <p:bold r:id="rId30"/>
      <p:italic r:id="rId31"/>
      <p:boldItalic r:id="rId32"/>
    </p:embeddedFont>
    <p:embeddedFont>
      <p:font typeface="Bebas Neue"/>
      <p:regular r:id="rId33"/>
    </p:embeddedFont>
    <p:embeddedFont>
      <p:font typeface="Work Sans Medium"/>
      <p:regular r:id="rId34"/>
      <p:bold r:id="rId35"/>
      <p:italic r:id="rId36"/>
      <p:boldItalic r:id="rId37"/>
    </p:embeddedFont>
    <p:embeddedFont>
      <p:font typeface="Work Sans"/>
      <p:regular r:id="rId38"/>
      <p:bold r:id="rId39"/>
      <p:italic r:id="rId40"/>
      <p:boldItalic r:id="rId41"/>
    </p:embeddedFont>
    <p:embeddedFont>
      <p:font typeface="Montserrat ExtraBold"/>
      <p:bold r:id="rId42"/>
      <p:boldItalic r:id="rId43"/>
    </p:embeddedFont>
    <p:embeddedFont>
      <p:font typeface="Oswald"/>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6FBC4D8-6C67-4ECD-B6DF-E36B7A80D997}">
  <a:tblStyle styleId="{06FBC4D8-6C67-4ECD-B6DF-E36B7A80D99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WorkSans-italic.fntdata"/><Relationship Id="rId20" Type="http://schemas.openxmlformats.org/officeDocument/2006/relationships/slide" Target="slides/slide14.xml"/><Relationship Id="rId42" Type="http://schemas.openxmlformats.org/officeDocument/2006/relationships/font" Target="fonts/MontserratExtraBold-bold.fntdata"/><Relationship Id="rId41" Type="http://schemas.openxmlformats.org/officeDocument/2006/relationships/font" Target="fonts/WorkSans-boldItalic.fntdata"/><Relationship Id="rId22" Type="http://schemas.openxmlformats.org/officeDocument/2006/relationships/slide" Target="slides/slide16.xml"/><Relationship Id="rId44" Type="http://schemas.openxmlformats.org/officeDocument/2006/relationships/font" Target="fonts/Oswald-regular.fntdata"/><Relationship Id="rId21" Type="http://schemas.openxmlformats.org/officeDocument/2006/relationships/slide" Target="slides/slide15.xml"/><Relationship Id="rId43" Type="http://schemas.openxmlformats.org/officeDocument/2006/relationships/font" Target="fonts/MontserratExtraBold-boldItalic.fntdata"/><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Oswa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ontserrat-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5.xml"/><Relationship Id="rId33" Type="http://schemas.openxmlformats.org/officeDocument/2006/relationships/font" Target="fonts/BebasNeue-regular.fntdata"/><Relationship Id="rId10" Type="http://schemas.openxmlformats.org/officeDocument/2006/relationships/slide" Target="slides/slide4.xml"/><Relationship Id="rId32" Type="http://schemas.openxmlformats.org/officeDocument/2006/relationships/font" Target="fonts/Montserrat-boldItalic.fntdata"/><Relationship Id="rId13" Type="http://schemas.openxmlformats.org/officeDocument/2006/relationships/slide" Target="slides/slide7.xml"/><Relationship Id="rId35" Type="http://schemas.openxmlformats.org/officeDocument/2006/relationships/font" Target="fonts/WorkSansMedium-bold.fntdata"/><Relationship Id="rId12" Type="http://schemas.openxmlformats.org/officeDocument/2006/relationships/slide" Target="slides/slide6.xml"/><Relationship Id="rId34" Type="http://schemas.openxmlformats.org/officeDocument/2006/relationships/font" Target="fonts/WorkSansMedium-regular.fntdata"/><Relationship Id="rId15" Type="http://schemas.openxmlformats.org/officeDocument/2006/relationships/slide" Target="slides/slide9.xml"/><Relationship Id="rId37" Type="http://schemas.openxmlformats.org/officeDocument/2006/relationships/font" Target="fonts/WorkSansMedium-boldItalic.fntdata"/><Relationship Id="rId14" Type="http://schemas.openxmlformats.org/officeDocument/2006/relationships/slide" Target="slides/slide8.xml"/><Relationship Id="rId36" Type="http://schemas.openxmlformats.org/officeDocument/2006/relationships/font" Target="fonts/WorkSansMedium-italic.fntdata"/><Relationship Id="rId17" Type="http://schemas.openxmlformats.org/officeDocument/2006/relationships/slide" Target="slides/slide11.xml"/><Relationship Id="rId39" Type="http://schemas.openxmlformats.org/officeDocument/2006/relationships/font" Target="fonts/WorkSans-bold.fntdata"/><Relationship Id="rId16" Type="http://schemas.openxmlformats.org/officeDocument/2006/relationships/slide" Target="slides/slide10.xml"/><Relationship Id="rId38" Type="http://schemas.openxmlformats.org/officeDocument/2006/relationships/font" Target="fonts/WorkSans-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1e2d7f0c6c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21e2d7f0c6c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0f9e629ec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0f9e629ec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0f9e629ec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10f9e629ec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1105afc42a3_1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1105afc42a3_1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432063d1cc_2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432063d1cc_2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43cf194bf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43cf194bf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432063d1cc_2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432063d1cc_2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3e1b2541a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3e1b2541a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43cf194b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43cf194b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43cf194bf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43cf194bf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43cf194bf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43cf194bf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43cf194bf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43cf194bf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43d4cd3d8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43d4cd3d8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43d4cd3d8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43d4cd3d8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43cf194bf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43cf194bf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43cf194bf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43cf194bf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43cf194bf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43cf194bf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43cf194bf7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43cf194bf7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4656795a7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4656795a7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10f9e629ec3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10f9e629ec3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1105afc42a3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1105afc42a3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432063d1cc_2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432063d1cc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809800" y="2571738"/>
            <a:ext cx="5524500" cy="1495500"/>
          </a:xfrm>
          <a:prstGeom prst="rect">
            <a:avLst/>
          </a:prstGeom>
          <a:noFill/>
        </p:spPr>
        <p:txBody>
          <a:bodyPr anchorCtr="0" anchor="b" bIns="91425" lIns="91425" spcFirstLastPara="1" rIns="91425" wrap="square" tIns="91425">
            <a:noAutofit/>
          </a:bodyPr>
          <a:lstStyle>
            <a:lvl1pPr lvl="0" algn="ctr">
              <a:lnSpc>
                <a:spcPct val="90000"/>
              </a:lnSpc>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1809800" y="4145925"/>
            <a:ext cx="5524500" cy="3939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400">
                <a:latin typeface="Work Sans Medium"/>
                <a:ea typeface="Work Sans Medium"/>
                <a:cs typeface="Work Sans Medium"/>
                <a:sym typeface="Work Sans Mediu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rot="10800000">
            <a:off x="274216" y="4479374"/>
            <a:ext cx="437659" cy="437659"/>
            <a:chOff x="6691603" y="665569"/>
            <a:chExt cx="891000" cy="891000"/>
          </a:xfrm>
        </p:grpSpPr>
        <p:sp>
          <p:nvSpPr>
            <p:cNvPr id="12" name="Google Shape;12;p2"/>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flipH="1" rot="10800000">
            <a:off x="8428891" y="4479374"/>
            <a:ext cx="437659" cy="437659"/>
            <a:chOff x="6691603" y="665569"/>
            <a:chExt cx="891000" cy="891000"/>
          </a:xfrm>
        </p:grpSpPr>
        <p:sp>
          <p:nvSpPr>
            <p:cNvPr id="15" name="Google Shape;15;p2"/>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 name="Google Shape;17;p2"/>
          <p:cNvSpPr/>
          <p:nvPr>
            <p:ph idx="2" type="pic"/>
          </p:nvPr>
        </p:nvSpPr>
        <p:spPr>
          <a:xfrm>
            <a:off x="0" y="0"/>
            <a:ext cx="9144000" cy="2379000"/>
          </a:xfrm>
          <a:prstGeom prst="rect">
            <a:avLst/>
          </a:prstGeom>
          <a:noFill/>
          <a:ln>
            <a:noFill/>
          </a:ln>
        </p:spPr>
      </p:sp>
      <p:sp>
        <p:nvSpPr>
          <p:cNvPr id="18" name="Google Shape;18;p2"/>
          <p:cNvSpPr/>
          <p:nvPr/>
        </p:nvSpPr>
        <p:spPr>
          <a:xfrm rot="5400000">
            <a:off x="4212000" y="2756875"/>
            <a:ext cx="720000" cy="5038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2"/>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715100" y="2614750"/>
            <a:ext cx="4276800" cy="9084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 name="Google Shape;21;p3"/>
          <p:cNvSpPr txBox="1"/>
          <p:nvPr>
            <p:ph hasCustomPrompt="1" idx="2" type="title"/>
          </p:nvPr>
        </p:nvSpPr>
        <p:spPr>
          <a:xfrm>
            <a:off x="715100" y="1027375"/>
            <a:ext cx="1786800" cy="9084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2" name="Google Shape;22;p3"/>
          <p:cNvSpPr txBox="1"/>
          <p:nvPr>
            <p:ph idx="1" type="subTitle"/>
          </p:nvPr>
        </p:nvSpPr>
        <p:spPr>
          <a:xfrm>
            <a:off x="715100" y="3614899"/>
            <a:ext cx="4276800" cy="501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3" name="Google Shape;23;p3"/>
          <p:cNvSpPr/>
          <p:nvPr>
            <p:ph idx="3" type="pic"/>
          </p:nvPr>
        </p:nvSpPr>
        <p:spPr>
          <a:xfrm>
            <a:off x="5122050" y="238125"/>
            <a:ext cx="3818400" cy="4648200"/>
          </a:xfrm>
          <a:prstGeom prst="rect">
            <a:avLst/>
          </a:prstGeom>
          <a:noFill/>
          <a:ln>
            <a:noFill/>
          </a:ln>
        </p:spPr>
      </p:sp>
      <p:sp>
        <p:nvSpPr>
          <p:cNvPr id="24" name="Google Shape;24;p3"/>
          <p:cNvSpPr/>
          <p:nvPr/>
        </p:nvSpPr>
        <p:spPr>
          <a:xfrm rot="5400000">
            <a:off x="6764600" y="-954900"/>
            <a:ext cx="533400" cy="2443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3"/>
          <p:cNvGrpSpPr/>
          <p:nvPr/>
        </p:nvGrpSpPr>
        <p:grpSpPr>
          <a:xfrm flipH="1">
            <a:off x="242381" y="4512683"/>
            <a:ext cx="620486" cy="404336"/>
            <a:chOff x="8212756" y="332833"/>
            <a:chExt cx="620486" cy="404336"/>
          </a:xfrm>
        </p:grpSpPr>
        <p:grpSp>
          <p:nvGrpSpPr>
            <p:cNvPr id="26" name="Google Shape;26;p3"/>
            <p:cNvGrpSpPr/>
            <p:nvPr/>
          </p:nvGrpSpPr>
          <p:grpSpPr>
            <a:xfrm rot="2700000">
              <a:off x="8271970" y="392047"/>
              <a:ext cx="285909" cy="285909"/>
              <a:chOff x="6691603" y="665569"/>
              <a:chExt cx="891000" cy="891000"/>
            </a:xfrm>
          </p:grpSpPr>
          <p:sp>
            <p:nvSpPr>
              <p:cNvPr id="27" name="Google Shape;27;p3"/>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 name="Google Shape;29;p3"/>
            <p:cNvGrpSpPr/>
            <p:nvPr/>
          </p:nvGrpSpPr>
          <p:grpSpPr>
            <a:xfrm rot="2700000">
              <a:off x="8488120" y="392047"/>
              <a:ext cx="285909" cy="285909"/>
              <a:chOff x="6691603" y="665569"/>
              <a:chExt cx="891000" cy="891000"/>
            </a:xfrm>
          </p:grpSpPr>
          <p:sp>
            <p:nvSpPr>
              <p:cNvPr id="30" name="Google Shape;30;p3"/>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4" name="Google Shape;34;p4"/>
          <p:cNvSpPr txBox="1"/>
          <p:nvPr>
            <p:ph idx="1" type="body"/>
          </p:nvPr>
        </p:nvSpPr>
        <p:spPr>
          <a:xfrm>
            <a:off x="720000" y="1017725"/>
            <a:ext cx="7704000" cy="3590700"/>
          </a:xfrm>
          <a:prstGeom prst="rect">
            <a:avLst/>
          </a:prstGeom>
        </p:spPr>
        <p:txBody>
          <a:bodyPr anchorCtr="0" anchor="t" bIns="91425" lIns="91425" spcFirstLastPara="1" rIns="91425" wrap="square" tIns="91425">
            <a:noAutofit/>
          </a:bodyPr>
          <a:lstStyle>
            <a:lvl1pPr indent="-304800" lvl="0" marL="457200" rtl="0">
              <a:lnSpc>
                <a:spcPct val="115000"/>
              </a:lnSpc>
              <a:spcBef>
                <a:spcPts val="0"/>
              </a:spcBef>
              <a:spcAft>
                <a:spcPts val="0"/>
              </a:spcAft>
              <a:buClr>
                <a:srgbClr val="434343"/>
              </a:buClr>
              <a:buSzPts val="1200"/>
              <a:buChar char="■"/>
              <a:defRPr sz="1200">
                <a:solidFill>
                  <a:srgbClr val="434343"/>
                </a:solidFill>
              </a:defRPr>
            </a:lvl1pPr>
            <a:lvl2pPr indent="-304800" lvl="1" marL="914400" rtl="0">
              <a:lnSpc>
                <a:spcPct val="115000"/>
              </a:lnSpc>
              <a:spcBef>
                <a:spcPts val="0"/>
              </a:spcBef>
              <a:spcAft>
                <a:spcPts val="0"/>
              </a:spcAft>
              <a:buClr>
                <a:srgbClr val="434343"/>
              </a:buClr>
              <a:buSzPts val="1200"/>
              <a:buChar char="○"/>
              <a:defRPr>
                <a:solidFill>
                  <a:srgbClr val="434343"/>
                </a:solidFill>
              </a:defRPr>
            </a:lvl2pPr>
            <a:lvl3pPr indent="-304800" lvl="2" marL="1371600" rtl="0">
              <a:lnSpc>
                <a:spcPct val="115000"/>
              </a:lnSpc>
              <a:spcBef>
                <a:spcPts val="0"/>
              </a:spcBef>
              <a:spcAft>
                <a:spcPts val="0"/>
              </a:spcAft>
              <a:buClr>
                <a:srgbClr val="434343"/>
              </a:buClr>
              <a:buSzPts val="1200"/>
              <a:buChar char="■"/>
              <a:defRPr>
                <a:solidFill>
                  <a:srgbClr val="434343"/>
                </a:solidFill>
              </a:defRPr>
            </a:lvl3pPr>
            <a:lvl4pPr indent="-304800" lvl="3" marL="1828800" rtl="0">
              <a:lnSpc>
                <a:spcPct val="115000"/>
              </a:lnSpc>
              <a:spcBef>
                <a:spcPts val="0"/>
              </a:spcBef>
              <a:spcAft>
                <a:spcPts val="0"/>
              </a:spcAft>
              <a:buClr>
                <a:srgbClr val="434343"/>
              </a:buClr>
              <a:buSzPts val="1200"/>
              <a:buChar char="●"/>
              <a:defRPr>
                <a:solidFill>
                  <a:srgbClr val="434343"/>
                </a:solidFill>
              </a:defRPr>
            </a:lvl4pPr>
            <a:lvl5pPr indent="-304800" lvl="4" marL="2286000" rtl="0">
              <a:lnSpc>
                <a:spcPct val="115000"/>
              </a:lnSpc>
              <a:spcBef>
                <a:spcPts val="0"/>
              </a:spcBef>
              <a:spcAft>
                <a:spcPts val="0"/>
              </a:spcAft>
              <a:buClr>
                <a:srgbClr val="434343"/>
              </a:buClr>
              <a:buSzPts val="1200"/>
              <a:buChar char="○"/>
              <a:defRPr>
                <a:solidFill>
                  <a:srgbClr val="434343"/>
                </a:solidFill>
              </a:defRPr>
            </a:lvl5pPr>
            <a:lvl6pPr indent="-304800" lvl="5" marL="2743200" rtl="0">
              <a:lnSpc>
                <a:spcPct val="115000"/>
              </a:lnSpc>
              <a:spcBef>
                <a:spcPts val="0"/>
              </a:spcBef>
              <a:spcAft>
                <a:spcPts val="0"/>
              </a:spcAft>
              <a:buClr>
                <a:srgbClr val="434343"/>
              </a:buClr>
              <a:buSzPts val="1200"/>
              <a:buChar char="■"/>
              <a:defRPr>
                <a:solidFill>
                  <a:srgbClr val="434343"/>
                </a:solidFill>
              </a:defRPr>
            </a:lvl6pPr>
            <a:lvl7pPr indent="-304800" lvl="6" marL="3200400" rtl="0">
              <a:lnSpc>
                <a:spcPct val="115000"/>
              </a:lnSpc>
              <a:spcBef>
                <a:spcPts val="0"/>
              </a:spcBef>
              <a:spcAft>
                <a:spcPts val="0"/>
              </a:spcAft>
              <a:buClr>
                <a:srgbClr val="434343"/>
              </a:buClr>
              <a:buSzPts val="1200"/>
              <a:buChar char="●"/>
              <a:defRPr>
                <a:solidFill>
                  <a:srgbClr val="434343"/>
                </a:solidFill>
              </a:defRPr>
            </a:lvl7pPr>
            <a:lvl8pPr indent="-304800" lvl="7" marL="3657600" rtl="0">
              <a:lnSpc>
                <a:spcPct val="115000"/>
              </a:lnSpc>
              <a:spcBef>
                <a:spcPts val="0"/>
              </a:spcBef>
              <a:spcAft>
                <a:spcPts val="0"/>
              </a:spcAft>
              <a:buClr>
                <a:srgbClr val="434343"/>
              </a:buClr>
              <a:buSzPts val="1200"/>
              <a:buChar char="○"/>
              <a:defRPr>
                <a:solidFill>
                  <a:srgbClr val="434343"/>
                </a:solidFill>
              </a:defRPr>
            </a:lvl8pPr>
            <a:lvl9pPr indent="-304800" lvl="8" marL="4114800" rtl="0">
              <a:lnSpc>
                <a:spcPct val="115000"/>
              </a:lnSpc>
              <a:spcBef>
                <a:spcPts val="0"/>
              </a:spcBef>
              <a:spcAft>
                <a:spcPts val="0"/>
              </a:spcAft>
              <a:buClr>
                <a:srgbClr val="434343"/>
              </a:buClr>
              <a:buSzPts val="1200"/>
              <a:buChar char="■"/>
              <a:defRPr>
                <a:solidFill>
                  <a:srgbClr val="434343"/>
                </a:solidFill>
              </a:defRPr>
            </a:lvl9pPr>
          </a:lstStyle>
          <a:p/>
        </p:txBody>
      </p:sp>
      <p:sp>
        <p:nvSpPr>
          <p:cNvPr id="35" name="Google Shape;35;p4"/>
          <p:cNvSpPr/>
          <p:nvPr/>
        </p:nvSpPr>
        <p:spPr>
          <a:xfrm rot="5400000">
            <a:off x="-2217025" y="2217000"/>
            <a:ext cx="5162400" cy="728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 name="Google Shape;36;p4"/>
          <p:cNvGrpSpPr/>
          <p:nvPr/>
        </p:nvGrpSpPr>
        <p:grpSpPr>
          <a:xfrm>
            <a:off x="274222" y="4718425"/>
            <a:ext cx="881740" cy="198600"/>
            <a:chOff x="274222" y="4718425"/>
            <a:chExt cx="881740" cy="198600"/>
          </a:xfrm>
        </p:grpSpPr>
        <p:sp>
          <p:nvSpPr>
            <p:cNvPr id="37" name="Google Shape;37;p4"/>
            <p:cNvSpPr/>
            <p:nvPr/>
          </p:nvSpPr>
          <p:spPr>
            <a:xfrm flipH="1">
              <a:off x="956763"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flipH="1">
              <a:off x="615493"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flipH="1">
              <a:off x="274222"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 name="Google Shape;40;p4"/>
          <p:cNvGrpSpPr/>
          <p:nvPr/>
        </p:nvGrpSpPr>
        <p:grpSpPr>
          <a:xfrm>
            <a:off x="8279431" y="226508"/>
            <a:ext cx="620486" cy="404336"/>
            <a:chOff x="8212756" y="332833"/>
            <a:chExt cx="620486" cy="404336"/>
          </a:xfrm>
        </p:grpSpPr>
        <p:grpSp>
          <p:nvGrpSpPr>
            <p:cNvPr id="41" name="Google Shape;41;p4"/>
            <p:cNvGrpSpPr/>
            <p:nvPr/>
          </p:nvGrpSpPr>
          <p:grpSpPr>
            <a:xfrm rot="2700000">
              <a:off x="8271970" y="392047"/>
              <a:ext cx="285909" cy="285909"/>
              <a:chOff x="6691603" y="665569"/>
              <a:chExt cx="891000" cy="891000"/>
            </a:xfrm>
          </p:grpSpPr>
          <p:sp>
            <p:nvSpPr>
              <p:cNvPr id="42" name="Google Shape;42;p4"/>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 name="Google Shape;44;p4"/>
            <p:cNvGrpSpPr/>
            <p:nvPr/>
          </p:nvGrpSpPr>
          <p:grpSpPr>
            <a:xfrm rot="2700000">
              <a:off x="8488120" y="392047"/>
              <a:ext cx="285909" cy="285909"/>
              <a:chOff x="6691603" y="665569"/>
              <a:chExt cx="891000" cy="891000"/>
            </a:xfrm>
          </p:grpSpPr>
          <p:sp>
            <p:nvSpPr>
              <p:cNvPr id="45" name="Google Shape;45;p4"/>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7" name="Shape 47"/>
        <p:cNvGrpSpPr/>
        <p:nvPr/>
      </p:nvGrpSpPr>
      <p:grpSpPr>
        <a:xfrm>
          <a:off x="0" y="0"/>
          <a:ext cx="0" cy="0"/>
          <a:chOff x="0" y="0"/>
          <a:chExt cx="0" cy="0"/>
        </a:xfrm>
      </p:grpSpPr>
      <p:sp>
        <p:nvSpPr>
          <p:cNvPr id="48" name="Google Shape;48;p5"/>
          <p:cNvSpPr txBox="1"/>
          <p:nvPr>
            <p:ph idx="1" type="subTitle"/>
          </p:nvPr>
        </p:nvSpPr>
        <p:spPr>
          <a:xfrm>
            <a:off x="720075" y="1219325"/>
            <a:ext cx="3756600" cy="572700"/>
          </a:xfrm>
          <a:prstGeom prst="rect">
            <a:avLst/>
          </a:prstGeom>
          <a:solidFill>
            <a:schemeClr val="dk2"/>
          </a:solidFill>
          <a:ln>
            <a:noFill/>
          </a:ln>
        </p:spPr>
        <p:txBody>
          <a:bodyPr anchorCtr="0" anchor="ctr" bIns="91425" lIns="91425" spcFirstLastPara="1" rIns="91425" wrap="square" tIns="91425">
            <a:noAutofit/>
          </a:bodyPr>
          <a:lstStyle>
            <a:lvl1pPr lvl="0">
              <a:lnSpc>
                <a:spcPct val="100000"/>
              </a:lnSpc>
              <a:spcBef>
                <a:spcPts val="0"/>
              </a:spcBef>
              <a:spcAft>
                <a:spcPts val="0"/>
              </a:spcAft>
              <a:buSzPts val="2500"/>
              <a:buFont typeface="Bebas Neue"/>
              <a:buNone/>
              <a:defRPr b="1" sz="2000">
                <a:latin typeface="Montserrat"/>
                <a:ea typeface="Montserrat"/>
                <a:cs typeface="Montserrat"/>
                <a:sym typeface="Montserrat"/>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49" name="Google Shape;49;p5"/>
          <p:cNvSpPr txBox="1"/>
          <p:nvPr>
            <p:ph idx="2" type="subTitle"/>
          </p:nvPr>
        </p:nvSpPr>
        <p:spPr>
          <a:xfrm>
            <a:off x="4667325" y="2787425"/>
            <a:ext cx="3756600" cy="572700"/>
          </a:xfrm>
          <a:prstGeom prst="rect">
            <a:avLst/>
          </a:prstGeom>
          <a:solidFill>
            <a:schemeClr val="dk2"/>
          </a:solid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b="1" sz="2000">
                <a:latin typeface="Montserrat"/>
                <a:ea typeface="Montserrat"/>
                <a:cs typeface="Montserrat"/>
                <a:sym typeface="Montserrat"/>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50" name="Google Shape;50;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51" name="Google Shape;51;p5"/>
          <p:cNvGrpSpPr/>
          <p:nvPr/>
        </p:nvGrpSpPr>
        <p:grpSpPr>
          <a:xfrm>
            <a:off x="8279431" y="225233"/>
            <a:ext cx="620486" cy="404336"/>
            <a:chOff x="8212756" y="332833"/>
            <a:chExt cx="620486" cy="404336"/>
          </a:xfrm>
        </p:grpSpPr>
        <p:grpSp>
          <p:nvGrpSpPr>
            <p:cNvPr id="52" name="Google Shape;52;p5"/>
            <p:cNvGrpSpPr/>
            <p:nvPr/>
          </p:nvGrpSpPr>
          <p:grpSpPr>
            <a:xfrm rot="2700000">
              <a:off x="8271970" y="392047"/>
              <a:ext cx="285909" cy="285909"/>
              <a:chOff x="6691603" y="665569"/>
              <a:chExt cx="891000" cy="891000"/>
            </a:xfrm>
          </p:grpSpPr>
          <p:sp>
            <p:nvSpPr>
              <p:cNvPr id="53" name="Google Shape;53;p5"/>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 name="Google Shape;55;p5"/>
            <p:cNvGrpSpPr/>
            <p:nvPr/>
          </p:nvGrpSpPr>
          <p:grpSpPr>
            <a:xfrm rot="2700000">
              <a:off x="8488120" y="392047"/>
              <a:ext cx="285909" cy="285909"/>
              <a:chOff x="6691603" y="665569"/>
              <a:chExt cx="891000" cy="891000"/>
            </a:xfrm>
          </p:grpSpPr>
          <p:sp>
            <p:nvSpPr>
              <p:cNvPr id="56" name="Google Shape;56;p5"/>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8" name="Google Shape;58;p5"/>
          <p:cNvGrpSpPr/>
          <p:nvPr/>
        </p:nvGrpSpPr>
        <p:grpSpPr>
          <a:xfrm flipH="1">
            <a:off x="242381" y="225233"/>
            <a:ext cx="620486" cy="404336"/>
            <a:chOff x="8212756" y="332833"/>
            <a:chExt cx="620486" cy="404336"/>
          </a:xfrm>
        </p:grpSpPr>
        <p:grpSp>
          <p:nvGrpSpPr>
            <p:cNvPr id="59" name="Google Shape;59;p5"/>
            <p:cNvGrpSpPr/>
            <p:nvPr/>
          </p:nvGrpSpPr>
          <p:grpSpPr>
            <a:xfrm rot="2700000">
              <a:off x="8271970" y="392047"/>
              <a:ext cx="285909" cy="285909"/>
              <a:chOff x="6691603" y="665569"/>
              <a:chExt cx="891000" cy="891000"/>
            </a:xfrm>
          </p:grpSpPr>
          <p:sp>
            <p:nvSpPr>
              <p:cNvPr id="60" name="Google Shape;60;p5"/>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 name="Google Shape;62;p5"/>
            <p:cNvGrpSpPr/>
            <p:nvPr/>
          </p:nvGrpSpPr>
          <p:grpSpPr>
            <a:xfrm rot="2700000">
              <a:off x="8488120" y="392047"/>
              <a:ext cx="285909" cy="285909"/>
              <a:chOff x="6691603" y="665569"/>
              <a:chExt cx="891000" cy="891000"/>
            </a:xfrm>
          </p:grpSpPr>
          <p:sp>
            <p:nvSpPr>
              <p:cNvPr id="63" name="Google Shape;63;p5"/>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5" name="Google Shape;65;p5"/>
          <p:cNvSpPr/>
          <p:nvPr/>
        </p:nvSpPr>
        <p:spPr>
          <a:xfrm>
            <a:off x="8785125" y="3152950"/>
            <a:ext cx="720000" cy="199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361125" y="1248550"/>
            <a:ext cx="720000" cy="1904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ph idx="3" type="pic"/>
          </p:nvPr>
        </p:nvSpPr>
        <p:spPr>
          <a:xfrm>
            <a:off x="4672200" y="1219325"/>
            <a:ext cx="3756600" cy="1568400"/>
          </a:xfrm>
          <a:prstGeom prst="rect">
            <a:avLst/>
          </a:prstGeom>
          <a:noFill/>
          <a:ln>
            <a:noFill/>
          </a:ln>
        </p:spPr>
      </p:sp>
      <p:sp>
        <p:nvSpPr>
          <p:cNvPr id="68" name="Google Shape;68;p5"/>
          <p:cNvSpPr/>
          <p:nvPr>
            <p:ph idx="4" type="pic"/>
          </p:nvPr>
        </p:nvSpPr>
        <p:spPr>
          <a:xfrm>
            <a:off x="720075" y="3028325"/>
            <a:ext cx="3756600" cy="1568700"/>
          </a:xfrm>
          <a:prstGeom prst="rect">
            <a:avLst/>
          </a:prstGeom>
          <a:noFill/>
          <a:ln>
            <a:noFill/>
          </a:ln>
        </p:spPr>
      </p:sp>
      <p:sp>
        <p:nvSpPr>
          <p:cNvPr id="69" name="Google Shape;69;p5"/>
          <p:cNvSpPr txBox="1"/>
          <p:nvPr>
            <p:ph idx="5" type="body"/>
          </p:nvPr>
        </p:nvSpPr>
        <p:spPr>
          <a:xfrm>
            <a:off x="720075" y="1792013"/>
            <a:ext cx="3756600" cy="1238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0" name="Google Shape;70;p5"/>
          <p:cNvSpPr txBox="1"/>
          <p:nvPr>
            <p:ph idx="6" type="body"/>
          </p:nvPr>
        </p:nvSpPr>
        <p:spPr>
          <a:xfrm>
            <a:off x="4672200" y="3360113"/>
            <a:ext cx="3756600" cy="1238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73" name="Google Shape;73;p6"/>
          <p:cNvGrpSpPr/>
          <p:nvPr/>
        </p:nvGrpSpPr>
        <p:grpSpPr>
          <a:xfrm flipH="1">
            <a:off x="274216" y="226491"/>
            <a:ext cx="437659" cy="437659"/>
            <a:chOff x="6691603" y="665569"/>
            <a:chExt cx="891000" cy="891000"/>
          </a:xfrm>
        </p:grpSpPr>
        <p:sp>
          <p:nvSpPr>
            <p:cNvPr id="74" name="Google Shape;74;p6"/>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6"/>
          <p:cNvGrpSpPr/>
          <p:nvPr/>
        </p:nvGrpSpPr>
        <p:grpSpPr>
          <a:xfrm>
            <a:off x="8428891" y="226491"/>
            <a:ext cx="437659" cy="437659"/>
            <a:chOff x="6691603" y="665569"/>
            <a:chExt cx="891000" cy="891000"/>
          </a:xfrm>
        </p:grpSpPr>
        <p:sp>
          <p:nvSpPr>
            <p:cNvPr id="77" name="Google Shape;77;p6"/>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 name="Google Shape;79;p6"/>
          <p:cNvSpPr/>
          <p:nvPr/>
        </p:nvSpPr>
        <p:spPr>
          <a:xfrm rot="5400000">
            <a:off x="195300" y="4614900"/>
            <a:ext cx="333300" cy="723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rot="5400000">
            <a:off x="8619300" y="4614900"/>
            <a:ext cx="333300" cy="723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1" name="Shape 81"/>
        <p:cNvGrpSpPr/>
        <p:nvPr/>
      </p:nvGrpSpPr>
      <p:grpSpPr>
        <a:xfrm>
          <a:off x="0" y="0"/>
          <a:ext cx="0" cy="0"/>
          <a:chOff x="0" y="0"/>
          <a:chExt cx="0" cy="0"/>
        </a:xfrm>
      </p:grpSpPr>
      <p:sp>
        <p:nvSpPr>
          <p:cNvPr id="82" name="Google Shape;82;p7"/>
          <p:cNvSpPr/>
          <p:nvPr/>
        </p:nvSpPr>
        <p:spPr>
          <a:xfrm rot="5400000">
            <a:off x="5253475" y="1238400"/>
            <a:ext cx="5162400" cy="2666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txBox="1"/>
          <p:nvPr>
            <p:ph type="title"/>
          </p:nvPr>
        </p:nvSpPr>
        <p:spPr>
          <a:xfrm>
            <a:off x="720000" y="445025"/>
            <a:ext cx="4191600" cy="12759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4" name="Google Shape;84;p7"/>
          <p:cNvSpPr txBox="1"/>
          <p:nvPr>
            <p:ph idx="1" type="body"/>
          </p:nvPr>
        </p:nvSpPr>
        <p:spPr>
          <a:xfrm>
            <a:off x="720000" y="1925625"/>
            <a:ext cx="4191600" cy="2289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lnSpc>
                <a:spcPct val="115000"/>
              </a:lnSpc>
              <a:spcBef>
                <a:spcPts val="0"/>
              </a:spcBef>
              <a:spcAft>
                <a:spcPts val="0"/>
              </a:spcAft>
              <a:buSzPts val="1200"/>
              <a:buChar char="○"/>
              <a:defRPr/>
            </a:lvl2pPr>
            <a:lvl3pPr indent="-304800" lvl="2" marL="1371600" rtl="0">
              <a:lnSpc>
                <a:spcPct val="115000"/>
              </a:lnSpc>
              <a:spcBef>
                <a:spcPts val="0"/>
              </a:spcBef>
              <a:spcAft>
                <a:spcPts val="0"/>
              </a:spcAft>
              <a:buSzPts val="1200"/>
              <a:buChar char="■"/>
              <a:defRPr/>
            </a:lvl3pPr>
            <a:lvl4pPr indent="-304800" lvl="3" marL="1828800" rtl="0">
              <a:lnSpc>
                <a:spcPct val="115000"/>
              </a:lnSpc>
              <a:spcBef>
                <a:spcPts val="0"/>
              </a:spcBef>
              <a:spcAft>
                <a:spcPts val="0"/>
              </a:spcAft>
              <a:buSzPts val="1200"/>
              <a:buChar char="●"/>
              <a:defRPr/>
            </a:lvl4pPr>
            <a:lvl5pPr indent="-304800" lvl="4" marL="2286000" rtl="0">
              <a:lnSpc>
                <a:spcPct val="115000"/>
              </a:lnSpc>
              <a:spcBef>
                <a:spcPts val="0"/>
              </a:spcBef>
              <a:spcAft>
                <a:spcPts val="0"/>
              </a:spcAft>
              <a:buSzPts val="1200"/>
              <a:buChar char="○"/>
              <a:defRPr/>
            </a:lvl5pPr>
            <a:lvl6pPr indent="-304800" lvl="5" marL="2743200" rtl="0">
              <a:lnSpc>
                <a:spcPct val="115000"/>
              </a:lnSpc>
              <a:spcBef>
                <a:spcPts val="0"/>
              </a:spcBef>
              <a:spcAft>
                <a:spcPts val="0"/>
              </a:spcAft>
              <a:buSzPts val="1200"/>
              <a:buChar char="■"/>
              <a:defRPr/>
            </a:lvl6pPr>
            <a:lvl7pPr indent="-304800" lvl="6" marL="3200400" rtl="0">
              <a:lnSpc>
                <a:spcPct val="115000"/>
              </a:lnSpc>
              <a:spcBef>
                <a:spcPts val="0"/>
              </a:spcBef>
              <a:spcAft>
                <a:spcPts val="0"/>
              </a:spcAft>
              <a:buSzPts val="1200"/>
              <a:buChar char="●"/>
              <a:defRPr/>
            </a:lvl7pPr>
            <a:lvl8pPr indent="-304800" lvl="7" marL="3657600" rtl="0">
              <a:lnSpc>
                <a:spcPct val="115000"/>
              </a:lnSpc>
              <a:spcBef>
                <a:spcPts val="0"/>
              </a:spcBef>
              <a:spcAft>
                <a:spcPts val="0"/>
              </a:spcAft>
              <a:buSzPts val="1200"/>
              <a:buChar char="○"/>
              <a:defRPr/>
            </a:lvl8pPr>
            <a:lvl9pPr indent="-304800" lvl="8" marL="4114800" rtl="0">
              <a:lnSpc>
                <a:spcPct val="115000"/>
              </a:lnSpc>
              <a:spcBef>
                <a:spcPts val="0"/>
              </a:spcBef>
              <a:spcAft>
                <a:spcPts val="0"/>
              </a:spcAft>
              <a:buSzPts val="1200"/>
              <a:buChar char="■"/>
              <a:defRPr/>
            </a:lvl9pPr>
          </a:lstStyle>
          <a:p/>
        </p:txBody>
      </p:sp>
      <p:sp>
        <p:nvSpPr>
          <p:cNvPr id="85" name="Google Shape;85;p7"/>
          <p:cNvSpPr/>
          <p:nvPr>
            <p:ph idx="2" type="pic"/>
          </p:nvPr>
        </p:nvSpPr>
        <p:spPr>
          <a:xfrm>
            <a:off x="5162200" y="843150"/>
            <a:ext cx="3266700" cy="3457200"/>
          </a:xfrm>
          <a:prstGeom prst="rect">
            <a:avLst/>
          </a:prstGeom>
          <a:noFill/>
          <a:ln>
            <a:noFill/>
          </a:ln>
        </p:spPr>
      </p:sp>
      <p:grpSp>
        <p:nvGrpSpPr>
          <p:cNvPr id="86" name="Google Shape;86;p7"/>
          <p:cNvGrpSpPr/>
          <p:nvPr/>
        </p:nvGrpSpPr>
        <p:grpSpPr>
          <a:xfrm rot="10800000">
            <a:off x="274216" y="4479374"/>
            <a:ext cx="437659" cy="437659"/>
            <a:chOff x="6691603" y="665569"/>
            <a:chExt cx="891000" cy="891000"/>
          </a:xfrm>
        </p:grpSpPr>
        <p:sp>
          <p:nvSpPr>
            <p:cNvPr id="87" name="Google Shape;87;p7"/>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7"/>
          <p:cNvGrpSpPr/>
          <p:nvPr/>
        </p:nvGrpSpPr>
        <p:grpSpPr>
          <a:xfrm flipH="1">
            <a:off x="274216" y="226491"/>
            <a:ext cx="437659" cy="437659"/>
            <a:chOff x="6691603" y="665569"/>
            <a:chExt cx="891000" cy="891000"/>
          </a:xfrm>
        </p:grpSpPr>
        <p:sp>
          <p:nvSpPr>
            <p:cNvPr id="90" name="Google Shape;90;p7"/>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92" name="Shape 92"/>
        <p:cNvGrpSpPr/>
        <p:nvPr/>
      </p:nvGrpSpPr>
      <p:grpSpPr>
        <a:xfrm>
          <a:off x="0" y="0"/>
          <a:ext cx="0" cy="0"/>
          <a:chOff x="0" y="0"/>
          <a:chExt cx="0" cy="0"/>
        </a:xfrm>
      </p:grpSpPr>
      <p:sp>
        <p:nvSpPr>
          <p:cNvPr id="93" name="Google Shape;93;p8"/>
          <p:cNvSpPr txBox="1"/>
          <p:nvPr>
            <p:ph type="title"/>
          </p:nvPr>
        </p:nvSpPr>
        <p:spPr>
          <a:xfrm>
            <a:off x="715100" y="535000"/>
            <a:ext cx="7713900" cy="12954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
        <p:nvSpPr>
          <p:cNvPr id="94" name="Google Shape;94;p8"/>
          <p:cNvSpPr/>
          <p:nvPr>
            <p:ph idx="2" type="pic"/>
          </p:nvPr>
        </p:nvSpPr>
        <p:spPr>
          <a:xfrm>
            <a:off x="0" y="2082399"/>
            <a:ext cx="9144000" cy="3061200"/>
          </a:xfrm>
          <a:prstGeom prst="rect">
            <a:avLst/>
          </a:prstGeom>
          <a:noFill/>
          <a:ln>
            <a:noFill/>
          </a:ln>
        </p:spPr>
      </p:sp>
      <p:grpSp>
        <p:nvGrpSpPr>
          <p:cNvPr id="95" name="Google Shape;95;p8"/>
          <p:cNvGrpSpPr/>
          <p:nvPr/>
        </p:nvGrpSpPr>
        <p:grpSpPr>
          <a:xfrm>
            <a:off x="8279431" y="225233"/>
            <a:ext cx="620486" cy="404336"/>
            <a:chOff x="8212756" y="332833"/>
            <a:chExt cx="620486" cy="404336"/>
          </a:xfrm>
        </p:grpSpPr>
        <p:grpSp>
          <p:nvGrpSpPr>
            <p:cNvPr id="96" name="Google Shape;96;p8"/>
            <p:cNvGrpSpPr/>
            <p:nvPr/>
          </p:nvGrpSpPr>
          <p:grpSpPr>
            <a:xfrm rot="2700000">
              <a:off x="8271970" y="392047"/>
              <a:ext cx="285909" cy="285909"/>
              <a:chOff x="6691603" y="665569"/>
              <a:chExt cx="891000" cy="891000"/>
            </a:xfrm>
          </p:grpSpPr>
          <p:sp>
            <p:nvSpPr>
              <p:cNvPr id="97" name="Google Shape;97;p8"/>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 name="Google Shape;99;p8"/>
            <p:cNvGrpSpPr/>
            <p:nvPr/>
          </p:nvGrpSpPr>
          <p:grpSpPr>
            <a:xfrm rot="2700000">
              <a:off x="8488120" y="392047"/>
              <a:ext cx="285909" cy="285909"/>
              <a:chOff x="6691603" y="665569"/>
              <a:chExt cx="891000" cy="891000"/>
            </a:xfrm>
          </p:grpSpPr>
          <p:sp>
            <p:nvSpPr>
              <p:cNvPr id="100" name="Google Shape;100;p8"/>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8"/>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2" name="Google Shape;102;p8"/>
          <p:cNvGrpSpPr/>
          <p:nvPr/>
        </p:nvGrpSpPr>
        <p:grpSpPr>
          <a:xfrm flipH="1">
            <a:off x="242381" y="225233"/>
            <a:ext cx="620486" cy="404336"/>
            <a:chOff x="8212756" y="332833"/>
            <a:chExt cx="620486" cy="404336"/>
          </a:xfrm>
        </p:grpSpPr>
        <p:grpSp>
          <p:nvGrpSpPr>
            <p:cNvPr id="103" name="Google Shape;103;p8"/>
            <p:cNvGrpSpPr/>
            <p:nvPr/>
          </p:nvGrpSpPr>
          <p:grpSpPr>
            <a:xfrm rot="2700000">
              <a:off x="8271970" y="392047"/>
              <a:ext cx="285909" cy="285909"/>
              <a:chOff x="6691603" y="665569"/>
              <a:chExt cx="891000" cy="891000"/>
            </a:xfrm>
          </p:grpSpPr>
          <p:sp>
            <p:nvSpPr>
              <p:cNvPr id="104" name="Google Shape;104;p8"/>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 name="Google Shape;106;p8"/>
            <p:cNvGrpSpPr/>
            <p:nvPr/>
          </p:nvGrpSpPr>
          <p:grpSpPr>
            <a:xfrm rot="2700000">
              <a:off x="8488120" y="392047"/>
              <a:ext cx="285909" cy="285909"/>
              <a:chOff x="6691603" y="665569"/>
              <a:chExt cx="891000" cy="891000"/>
            </a:xfrm>
          </p:grpSpPr>
          <p:sp>
            <p:nvSpPr>
              <p:cNvPr id="107" name="Google Shape;107;p8"/>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8"/>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9" name="Shape 109"/>
        <p:cNvGrpSpPr/>
        <p:nvPr/>
      </p:nvGrpSpPr>
      <p:grpSpPr>
        <a:xfrm>
          <a:off x="0" y="0"/>
          <a:ext cx="0" cy="0"/>
          <a:chOff x="0" y="0"/>
          <a:chExt cx="0" cy="0"/>
        </a:xfrm>
      </p:grpSpPr>
      <p:sp>
        <p:nvSpPr>
          <p:cNvPr id="110" name="Google Shape;110;p9"/>
          <p:cNvSpPr/>
          <p:nvPr/>
        </p:nvSpPr>
        <p:spPr>
          <a:xfrm rot="5400000">
            <a:off x="-285600" y="285600"/>
            <a:ext cx="5162400" cy="4591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9"/>
          <p:cNvGrpSpPr/>
          <p:nvPr/>
        </p:nvGrpSpPr>
        <p:grpSpPr>
          <a:xfrm>
            <a:off x="274222" y="4718425"/>
            <a:ext cx="881740" cy="198600"/>
            <a:chOff x="274222" y="4718425"/>
            <a:chExt cx="881740" cy="198600"/>
          </a:xfrm>
        </p:grpSpPr>
        <p:sp>
          <p:nvSpPr>
            <p:cNvPr id="112" name="Google Shape;112;p9"/>
            <p:cNvSpPr/>
            <p:nvPr/>
          </p:nvSpPr>
          <p:spPr>
            <a:xfrm flipH="1">
              <a:off x="956763"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
            <p:cNvSpPr/>
            <p:nvPr/>
          </p:nvSpPr>
          <p:spPr>
            <a:xfrm flipH="1">
              <a:off x="615493"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
            <p:cNvSpPr/>
            <p:nvPr/>
          </p:nvSpPr>
          <p:spPr>
            <a:xfrm flipH="1">
              <a:off x="274222"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9"/>
          <p:cNvGrpSpPr/>
          <p:nvPr/>
        </p:nvGrpSpPr>
        <p:grpSpPr>
          <a:xfrm>
            <a:off x="8279431" y="226508"/>
            <a:ext cx="620486" cy="404336"/>
            <a:chOff x="8212756" y="332833"/>
            <a:chExt cx="620486" cy="404336"/>
          </a:xfrm>
        </p:grpSpPr>
        <p:grpSp>
          <p:nvGrpSpPr>
            <p:cNvPr id="116" name="Google Shape;116;p9"/>
            <p:cNvGrpSpPr/>
            <p:nvPr/>
          </p:nvGrpSpPr>
          <p:grpSpPr>
            <a:xfrm rot="2700000">
              <a:off x="8271970" y="392047"/>
              <a:ext cx="285909" cy="285909"/>
              <a:chOff x="6691603" y="665569"/>
              <a:chExt cx="891000" cy="891000"/>
            </a:xfrm>
          </p:grpSpPr>
          <p:sp>
            <p:nvSpPr>
              <p:cNvPr id="117" name="Google Shape;117;p9"/>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 name="Google Shape;119;p9"/>
            <p:cNvGrpSpPr/>
            <p:nvPr/>
          </p:nvGrpSpPr>
          <p:grpSpPr>
            <a:xfrm rot="2700000">
              <a:off x="8488120" y="392047"/>
              <a:ext cx="285909" cy="285909"/>
              <a:chOff x="6691603" y="665569"/>
              <a:chExt cx="891000" cy="891000"/>
            </a:xfrm>
          </p:grpSpPr>
          <p:sp>
            <p:nvSpPr>
              <p:cNvPr id="120" name="Google Shape;120;p9"/>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2" name="Google Shape;122;p9"/>
          <p:cNvSpPr txBox="1"/>
          <p:nvPr>
            <p:ph type="title"/>
          </p:nvPr>
        </p:nvSpPr>
        <p:spPr>
          <a:xfrm>
            <a:off x="4951600" y="764100"/>
            <a:ext cx="3477300" cy="15201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3" name="Google Shape;123;p9"/>
          <p:cNvSpPr txBox="1"/>
          <p:nvPr>
            <p:ph idx="1" type="subTitle"/>
          </p:nvPr>
        </p:nvSpPr>
        <p:spPr>
          <a:xfrm>
            <a:off x="4951600" y="2423425"/>
            <a:ext cx="3477300" cy="197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4" name="Google Shape;124;p9"/>
          <p:cNvSpPr/>
          <p:nvPr>
            <p:ph idx="2" type="pic"/>
          </p:nvPr>
        </p:nvSpPr>
        <p:spPr>
          <a:xfrm>
            <a:off x="682650" y="743225"/>
            <a:ext cx="3225900" cy="36765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5" name="Shape 125"/>
        <p:cNvGrpSpPr/>
        <p:nvPr/>
      </p:nvGrpSpPr>
      <p:grpSpPr>
        <a:xfrm>
          <a:off x="0" y="0"/>
          <a:ext cx="0" cy="0"/>
          <a:chOff x="0" y="0"/>
          <a:chExt cx="0" cy="0"/>
        </a:xfrm>
      </p:grpSpPr>
      <p:sp>
        <p:nvSpPr>
          <p:cNvPr id="126" name="Google Shape;126;p10"/>
          <p:cNvSpPr/>
          <p:nvPr>
            <p:ph idx="2" type="pic"/>
          </p:nvPr>
        </p:nvSpPr>
        <p:spPr>
          <a:xfrm>
            <a:off x="0" y="0"/>
            <a:ext cx="9144000" cy="5142300"/>
          </a:xfrm>
          <a:prstGeom prst="rect">
            <a:avLst/>
          </a:prstGeom>
          <a:noFill/>
          <a:ln>
            <a:noFill/>
          </a:ln>
        </p:spPr>
      </p:sp>
      <p:sp>
        <p:nvSpPr>
          <p:cNvPr id="127" name="Google Shape;127;p10"/>
          <p:cNvSpPr txBox="1"/>
          <p:nvPr>
            <p:ph type="title"/>
          </p:nvPr>
        </p:nvSpPr>
        <p:spPr>
          <a:xfrm>
            <a:off x="720000" y="3529850"/>
            <a:ext cx="4929600" cy="10785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28" name="Shape 128"/>
        <p:cNvGrpSpPr/>
        <p:nvPr/>
      </p:nvGrpSpPr>
      <p:grpSpPr>
        <a:xfrm>
          <a:off x="0" y="0"/>
          <a:ext cx="0" cy="0"/>
          <a:chOff x="0" y="0"/>
          <a:chExt cx="0" cy="0"/>
        </a:xfrm>
      </p:grpSpPr>
      <p:sp>
        <p:nvSpPr>
          <p:cNvPr id="129" name="Google Shape;129;p11"/>
          <p:cNvSpPr/>
          <p:nvPr/>
        </p:nvSpPr>
        <p:spPr>
          <a:xfrm>
            <a:off x="4572000" y="-13975"/>
            <a:ext cx="4628100" cy="515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ph idx="2" type="pic"/>
          </p:nvPr>
        </p:nvSpPr>
        <p:spPr>
          <a:xfrm>
            <a:off x="5082075" y="535000"/>
            <a:ext cx="3608400" cy="4073400"/>
          </a:xfrm>
          <a:prstGeom prst="rect">
            <a:avLst/>
          </a:prstGeom>
          <a:noFill/>
          <a:ln>
            <a:noFill/>
          </a:ln>
        </p:spPr>
      </p:sp>
      <p:sp>
        <p:nvSpPr>
          <p:cNvPr id="131" name="Google Shape;131;p11"/>
          <p:cNvSpPr txBox="1"/>
          <p:nvPr>
            <p:ph hasCustomPrompt="1" type="title"/>
          </p:nvPr>
        </p:nvSpPr>
        <p:spPr>
          <a:xfrm>
            <a:off x="715100" y="1417925"/>
            <a:ext cx="3608400" cy="1511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9600"/>
              <a:buNone/>
              <a:defRPr sz="9600">
                <a:solidFill>
                  <a:schemeClr val="lt1"/>
                </a:solidFill>
              </a:defRPr>
            </a:lvl1pPr>
            <a:lvl2pPr lvl="1" algn="ctr">
              <a:spcBef>
                <a:spcPts val="0"/>
              </a:spcBef>
              <a:spcAft>
                <a:spcPts val="0"/>
              </a:spcAft>
              <a:buClr>
                <a:schemeClr val="lt1"/>
              </a:buClr>
              <a:buSzPts val="9600"/>
              <a:buNone/>
              <a:defRPr sz="9600">
                <a:solidFill>
                  <a:schemeClr val="lt1"/>
                </a:solidFill>
              </a:defRPr>
            </a:lvl2pPr>
            <a:lvl3pPr lvl="2" algn="ctr">
              <a:spcBef>
                <a:spcPts val="0"/>
              </a:spcBef>
              <a:spcAft>
                <a:spcPts val="0"/>
              </a:spcAft>
              <a:buClr>
                <a:schemeClr val="lt1"/>
              </a:buClr>
              <a:buSzPts val="9600"/>
              <a:buNone/>
              <a:defRPr sz="9600">
                <a:solidFill>
                  <a:schemeClr val="lt1"/>
                </a:solidFill>
              </a:defRPr>
            </a:lvl3pPr>
            <a:lvl4pPr lvl="3" algn="ctr">
              <a:spcBef>
                <a:spcPts val="0"/>
              </a:spcBef>
              <a:spcAft>
                <a:spcPts val="0"/>
              </a:spcAft>
              <a:buClr>
                <a:schemeClr val="lt1"/>
              </a:buClr>
              <a:buSzPts val="9600"/>
              <a:buNone/>
              <a:defRPr sz="9600">
                <a:solidFill>
                  <a:schemeClr val="lt1"/>
                </a:solidFill>
              </a:defRPr>
            </a:lvl4pPr>
            <a:lvl5pPr lvl="4" algn="ctr">
              <a:spcBef>
                <a:spcPts val="0"/>
              </a:spcBef>
              <a:spcAft>
                <a:spcPts val="0"/>
              </a:spcAft>
              <a:buClr>
                <a:schemeClr val="lt1"/>
              </a:buClr>
              <a:buSzPts val="9600"/>
              <a:buNone/>
              <a:defRPr sz="9600">
                <a:solidFill>
                  <a:schemeClr val="lt1"/>
                </a:solidFill>
              </a:defRPr>
            </a:lvl5pPr>
            <a:lvl6pPr lvl="5" algn="ctr">
              <a:spcBef>
                <a:spcPts val="0"/>
              </a:spcBef>
              <a:spcAft>
                <a:spcPts val="0"/>
              </a:spcAft>
              <a:buClr>
                <a:schemeClr val="lt1"/>
              </a:buClr>
              <a:buSzPts val="9600"/>
              <a:buNone/>
              <a:defRPr sz="9600">
                <a:solidFill>
                  <a:schemeClr val="lt1"/>
                </a:solidFill>
              </a:defRPr>
            </a:lvl6pPr>
            <a:lvl7pPr lvl="6" algn="ctr">
              <a:spcBef>
                <a:spcPts val="0"/>
              </a:spcBef>
              <a:spcAft>
                <a:spcPts val="0"/>
              </a:spcAft>
              <a:buClr>
                <a:schemeClr val="lt1"/>
              </a:buClr>
              <a:buSzPts val="9600"/>
              <a:buNone/>
              <a:defRPr sz="9600">
                <a:solidFill>
                  <a:schemeClr val="lt1"/>
                </a:solidFill>
              </a:defRPr>
            </a:lvl7pPr>
            <a:lvl8pPr lvl="7" algn="ctr">
              <a:spcBef>
                <a:spcPts val="0"/>
              </a:spcBef>
              <a:spcAft>
                <a:spcPts val="0"/>
              </a:spcAft>
              <a:buClr>
                <a:schemeClr val="lt1"/>
              </a:buClr>
              <a:buSzPts val="9600"/>
              <a:buNone/>
              <a:defRPr sz="9600">
                <a:solidFill>
                  <a:schemeClr val="lt1"/>
                </a:solidFill>
              </a:defRPr>
            </a:lvl8pPr>
            <a:lvl9pPr lvl="8" algn="ctr">
              <a:spcBef>
                <a:spcPts val="0"/>
              </a:spcBef>
              <a:spcAft>
                <a:spcPts val="0"/>
              </a:spcAft>
              <a:buClr>
                <a:schemeClr val="lt1"/>
              </a:buClr>
              <a:buSzPts val="9600"/>
              <a:buNone/>
              <a:defRPr sz="9600">
                <a:solidFill>
                  <a:schemeClr val="lt1"/>
                </a:solidFill>
              </a:defRPr>
            </a:lvl9pPr>
          </a:lstStyle>
          <a:p>
            <a:r>
              <a:t>xx%</a:t>
            </a:r>
          </a:p>
        </p:txBody>
      </p:sp>
      <p:sp>
        <p:nvSpPr>
          <p:cNvPr id="132" name="Google Shape;132;p11"/>
          <p:cNvSpPr txBox="1"/>
          <p:nvPr>
            <p:ph idx="1" type="subTitle"/>
          </p:nvPr>
        </p:nvSpPr>
        <p:spPr>
          <a:xfrm>
            <a:off x="715100" y="2929075"/>
            <a:ext cx="3608400" cy="796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1600"/>
              <a:buNone/>
              <a:defRPr sz="1600">
                <a:solidFill>
                  <a:schemeClr val="lt1"/>
                </a:solidFill>
              </a:defRPr>
            </a:lvl2pPr>
            <a:lvl3pPr lvl="2" rtl="0" algn="ctr">
              <a:lnSpc>
                <a:spcPct val="100000"/>
              </a:lnSpc>
              <a:spcBef>
                <a:spcPts val="0"/>
              </a:spcBef>
              <a:spcAft>
                <a:spcPts val="0"/>
              </a:spcAft>
              <a:buClr>
                <a:schemeClr val="lt1"/>
              </a:buClr>
              <a:buSzPts val="1600"/>
              <a:buNone/>
              <a:defRPr sz="1600">
                <a:solidFill>
                  <a:schemeClr val="lt1"/>
                </a:solidFill>
              </a:defRPr>
            </a:lvl3pPr>
            <a:lvl4pPr lvl="3" rtl="0" algn="ctr">
              <a:lnSpc>
                <a:spcPct val="100000"/>
              </a:lnSpc>
              <a:spcBef>
                <a:spcPts val="0"/>
              </a:spcBef>
              <a:spcAft>
                <a:spcPts val="0"/>
              </a:spcAft>
              <a:buClr>
                <a:schemeClr val="lt1"/>
              </a:buClr>
              <a:buSzPts val="1600"/>
              <a:buNone/>
              <a:defRPr sz="1600">
                <a:solidFill>
                  <a:schemeClr val="lt1"/>
                </a:solidFill>
              </a:defRPr>
            </a:lvl4pPr>
            <a:lvl5pPr lvl="4" rtl="0" algn="ctr">
              <a:lnSpc>
                <a:spcPct val="100000"/>
              </a:lnSpc>
              <a:spcBef>
                <a:spcPts val="0"/>
              </a:spcBef>
              <a:spcAft>
                <a:spcPts val="0"/>
              </a:spcAft>
              <a:buClr>
                <a:schemeClr val="lt1"/>
              </a:buClr>
              <a:buSzPts val="1600"/>
              <a:buNone/>
              <a:defRPr sz="1600">
                <a:solidFill>
                  <a:schemeClr val="lt1"/>
                </a:solidFill>
              </a:defRPr>
            </a:lvl5pPr>
            <a:lvl6pPr lvl="5" rtl="0" algn="ctr">
              <a:lnSpc>
                <a:spcPct val="100000"/>
              </a:lnSpc>
              <a:spcBef>
                <a:spcPts val="0"/>
              </a:spcBef>
              <a:spcAft>
                <a:spcPts val="0"/>
              </a:spcAft>
              <a:buClr>
                <a:schemeClr val="lt1"/>
              </a:buClr>
              <a:buSzPts val="1600"/>
              <a:buNone/>
              <a:defRPr sz="1600">
                <a:solidFill>
                  <a:schemeClr val="lt1"/>
                </a:solidFill>
              </a:defRPr>
            </a:lvl6pPr>
            <a:lvl7pPr lvl="6" rtl="0" algn="ctr">
              <a:lnSpc>
                <a:spcPct val="100000"/>
              </a:lnSpc>
              <a:spcBef>
                <a:spcPts val="0"/>
              </a:spcBef>
              <a:spcAft>
                <a:spcPts val="0"/>
              </a:spcAft>
              <a:buClr>
                <a:schemeClr val="lt1"/>
              </a:buClr>
              <a:buSzPts val="1600"/>
              <a:buNone/>
              <a:defRPr sz="1600">
                <a:solidFill>
                  <a:schemeClr val="lt1"/>
                </a:solidFill>
              </a:defRPr>
            </a:lvl7pPr>
            <a:lvl8pPr lvl="7" rtl="0" algn="ctr">
              <a:lnSpc>
                <a:spcPct val="100000"/>
              </a:lnSpc>
              <a:spcBef>
                <a:spcPts val="0"/>
              </a:spcBef>
              <a:spcAft>
                <a:spcPts val="0"/>
              </a:spcAft>
              <a:buClr>
                <a:schemeClr val="lt1"/>
              </a:buClr>
              <a:buSzPts val="1600"/>
              <a:buNone/>
              <a:defRPr sz="1600">
                <a:solidFill>
                  <a:schemeClr val="lt1"/>
                </a:solidFill>
              </a:defRPr>
            </a:lvl8pPr>
            <a:lvl9pPr lvl="8" rtl="0" algn="ctr">
              <a:lnSpc>
                <a:spcPct val="100000"/>
              </a:lnSpc>
              <a:spcBef>
                <a:spcPts val="0"/>
              </a:spcBef>
              <a:spcAft>
                <a:spcPts val="0"/>
              </a:spcAft>
              <a:buClr>
                <a:schemeClr val="lt1"/>
              </a:buClr>
              <a:buSzPts val="1600"/>
              <a:buNone/>
              <a:defRPr sz="1600">
                <a:solidFill>
                  <a:schemeClr val="lt1"/>
                </a:solidFill>
              </a:defRPr>
            </a:lvl9pPr>
          </a:lstStyle>
          <a:p/>
        </p:txBody>
      </p:sp>
      <p:grpSp>
        <p:nvGrpSpPr>
          <p:cNvPr id="133" name="Google Shape;133;p11"/>
          <p:cNvGrpSpPr/>
          <p:nvPr/>
        </p:nvGrpSpPr>
        <p:grpSpPr>
          <a:xfrm>
            <a:off x="274222" y="4718425"/>
            <a:ext cx="881740" cy="198600"/>
            <a:chOff x="274222" y="4718425"/>
            <a:chExt cx="881740" cy="198600"/>
          </a:xfrm>
        </p:grpSpPr>
        <p:sp>
          <p:nvSpPr>
            <p:cNvPr id="134" name="Google Shape;134;p11"/>
            <p:cNvSpPr/>
            <p:nvPr/>
          </p:nvSpPr>
          <p:spPr>
            <a:xfrm flipH="1">
              <a:off x="956763" y="4718425"/>
              <a:ext cx="199200" cy="19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flipH="1">
              <a:off x="615493" y="4718425"/>
              <a:ext cx="199200" cy="19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1"/>
            <p:cNvSpPr/>
            <p:nvPr/>
          </p:nvSpPr>
          <p:spPr>
            <a:xfrm flipH="1">
              <a:off x="274222" y="4718425"/>
              <a:ext cx="199200" cy="19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37" name="Shape 13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38" name="Shape 138"/>
        <p:cNvGrpSpPr/>
        <p:nvPr/>
      </p:nvGrpSpPr>
      <p:grpSpPr>
        <a:xfrm>
          <a:off x="0" y="0"/>
          <a:ext cx="0" cy="0"/>
          <a:chOff x="0" y="0"/>
          <a:chExt cx="0" cy="0"/>
        </a:xfrm>
      </p:grpSpPr>
      <p:sp>
        <p:nvSpPr>
          <p:cNvPr id="139" name="Google Shape;139;p13"/>
          <p:cNvSpPr txBox="1"/>
          <p:nvPr>
            <p:ph hasCustomPrompt="1" type="title"/>
          </p:nvPr>
        </p:nvSpPr>
        <p:spPr>
          <a:xfrm>
            <a:off x="912150" y="1307575"/>
            <a:ext cx="807900" cy="6423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0" name="Google Shape;140;p13"/>
          <p:cNvSpPr txBox="1"/>
          <p:nvPr>
            <p:ph idx="1" type="subTitle"/>
          </p:nvPr>
        </p:nvSpPr>
        <p:spPr>
          <a:xfrm>
            <a:off x="1796250" y="1607501"/>
            <a:ext cx="2475300" cy="52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141" name="Google Shape;141;p13"/>
          <p:cNvSpPr txBox="1"/>
          <p:nvPr>
            <p:ph idx="2"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2" name="Google Shape;142;p13"/>
          <p:cNvSpPr txBox="1"/>
          <p:nvPr>
            <p:ph idx="3" type="subTitle"/>
          </p:nvPr>
        </p:nvSpPr>
        <p:spPr>
          <a:xfrm>
            <a:off x="1796250" y="1307575"/>
            <a:ext cx="2475300" cy="404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latin typeface="Montserrat"/>
                <a:ea typeface="Montserrat"/>
                <a:cs typeface="Montserrat"/>
                <a:sym typeface="Montserrat"/>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3" name="Google Shape;143;p13"/>
          <p:cNvSpPr txBox="1"/>
          <p:nvPr>
            <p:ph hasCustomPrompt="1" idx="4" type="title"/>
          </p:nvPr>
        </p:nvSpPr>
        <p:spPr>
          <a:xfrm>
            <a:off x="912150" y="2510725"/>
            <a:ext cx="807900" cy="6423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4" name="Google Shape;144;p13"/>
          <p:cNvSpPr txBox="1"/>
          <p:nvPr>
            <p:ph idx="5" type="subTitle"/>
          </p:nvPr>
        </p:nvSpPr>
        <p:spPr>
          <a:xfrm>
            <a:off x="1796250" y="2810651"/>
            <a:ext cx="2475300" cy="52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145" name="Google Shape;145;p13"/>
          <p:cNvSpPr txBox="1"/>
          <p:nvPr>
            <p:ph idx="6" type="subTitle"/>
          </p:nvPr>
        </p:nvSpPr>
        <p:spPr>
          <a:xfrm>
            <a:off x="1796250" y="2510724"/>
            <a:ext cx="2475300" cy="404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latin typeface="Montserrat"/>
                <a:ea typeface="Montserrat"/>
                <a:cs typeface="Montserrat"/>
                <a:sym typeface="Montserrat"/>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6" name="Google Shape;146;p13"/>
          <p:cNvSpPr txBox="1"/>
          <p:nvPr>
            <p:ph hasCustomPrompt="1" idx="7" type="title"/>
          </p:nvPr>
        </p:nvSpPr>
        <p:spPr>
          <a:xfrm>
            <a:off x="912150" y="3713875"/>
            <a:ext cx="807900" cy="6423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7" name="Google Shape;147;p13"/>
          <p:cNvSpPr txBox="1"/>
          <p:nvPr>
            <p:ph idx="8" type="subTitle"/>
          </p:nvPr>
        </p:nvSpPr>
        <p:spPr>
          <a:xfrm>
            <a:off x="1796250" y="4013800"/>
            <a:ext cx="2475300" cy="52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148" name="Google Shape;148;p13"/>
          <p:cNvSpPr txBox="1"/>
          <p:nvPr>
            <p:ph idx="9" type="subTitle"/>
          </p:nvPr>
        </p:nvSpPr>
        <p:spPr>
          <a:xfrm>
            <a:off x="1796250" y="3713874"/>
            <a:ext cx="2475300" cy="404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latin typeface="Montserrat"/>
                <a:ea typeface="Montserrat"/>
                <a:cs typeface="Montserrat"/>
                <a:sym typeface="Montserrat"/>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9" name="Google Shape;149;p13"/>
          <p:cNvSpPr txBox="1"/>
          <p:nvPr>
            <p:ph hasCustomPrompt="1" idx="13" type="title"/>
          </p:nvPr>
        </p:nvSpPr>
        <p:spPr>
          <a:xfrm>
            <a:off x="4872450" y="1307575"/>
            <a:ext cx="807900" cy="6423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0" name="Google Shape;150;p13"/>
          <p:cNvSpPr txBox="1"/>
          <p:nvPr>
            <p:ph idx="14" type="subTitle"/>
          </p:nvPr>
        </p:nvSpPr>
        <p:spPr>
          <a:xfrm>
            <a:off x="5756550" y="1607501"/>
            <a:ext cx="2475300" cy="52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151" name="Google Shape;151;p13"/>
          <p:cNvSpPr txBox="1"/>
          <p:nvPr>
            <p:ph idx="15" type="subTitle"/>
          </p:nvPr>
        </p:nvSpPr>
        <p:spPr>
          <a:xfrm>
            <a:off x="5756550" y="1307575"/>
            <a:ext cx="2475300" cy="404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latin typeface="Montserrat"/>
                <a:ea typeface="Montserrat"/>
                <a:cs typeface="Montserrat"/>
                <a:sym typeface="Montserrat"/>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52" name="Google Shape;152;p13"/>
          <p:cNvSpPr txBox="1"/>
          <p:nvPr>
            <p:ph hasCustomPrompt="1" idx="16" type="title"/>
          </p:nvPr>
        </p:nvSpPr>
        <p:spPr>
          <a:xfrm>
            <a:off x="4872450" y="2510725"/>
            <a:ext cx="807900" cy="6423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3" name="Google Shape;153;p13"/>
          <p:cNvSpPr txBox="1"/>
          <p:nvPr>
            <p:ph idx="17" type="subTitle"/>
          </p:nvPr>
        </p:nvSpPr>
        <p:spPr>
          <a:xfrm>
            <a:off x="5756550" y="2810651"/>
            <a:ext cx="2475300" cy="52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154" name="Google Shape;154;p13"/>
          <p:cNvSpPr txBox="1"/>
          <p:nvPr>
            <p:ph idx="18" type="subTitle"/>
          </p:nvPr>
        </p:nvSpPr>
        <p:spPr>
          <a:xfrm>
            <a:off x="5756550" y="2510724"/>
            <a:ext cx="2475300" cy="404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latin typeface="Montserrat"/>
                <a:ea typeface="Montserrat"/>
                <a:cs typeface="Montserrat"/>
                <a:sym typeface="Montserrat"/>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55" name="Google Shape;155;p13"/>
          <p:cNvSpPr txBox="1"/>
          <p:nvPr>
            <p:ph hasCustomPrompt="1" idx="19" type="title"/>
          </p:nvPr>
        </p:nvSpPr>
        <p:spPr>
          <a:xfrm>
            <a:off x="4872450" y="3713875"/>
            <a:ext cx="807900" cy="6423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6" name="Google Shape;156;p13"/>
          <p:cNvSpPr txBox="1"/>
          <p:nvPr>
            <p:ph idx="20" type="subTitle"/>
          </p:nvPr>
        </p:nvSpPr>
        <p:spPr>
          <a:xfrm>
            <a:off x="5756550" y="4013800"/>
            <a:ext cx="2475300" cy="52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157" name="Google Shape;157;p13"/>
          <p:cNvSpPr txBox="1"/>
          <p:nvPr>
            <p:ph idx="21" type="subTitle"/>
          </p:nvPr>
        </p:nvSpPr>
        <p:spPr>
          <a:xfrm>
            <a:off x="5756550" y="3713874"/>
            <a:ext cx="2475300" cy="404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latin typeface="Montserrat"/>
                <a:ea typeface="Montserrat"/>
                <a:cs typeface="Montserrat"/>
                <a:sym typeface="Montserrat"/>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58" name="Google Shape;158;p13"/>
          <p:cNvSpPr/>
          <p:nvPr/>
        </p:nvSpPr>
        <p:spPr>
          <a:xfrm>
            <a:off x="8785125" y="3152950"/>
            <a:ext cx="720000" cy="199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3"/>
          <p:cNvSpPr/>
          <p:nvPr/>
        </p:nvSpPr>
        <p:spPr>
          <a:xfrm>
            <a:off x="-361125" y="1248550"/>
            <a:ext cx="720000" cy="1904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0" name="Google Shape;160;p13"/>
          <p:cNvGrpSpPr/>
          <p:nvPr/>
        </p:nvGrpSpPr>
        <p:grpSpPr>
          <a:xfrm>
            <a:off x="8279431" y="225233"/>
            <a:ext cx="620486" cy="404336"/>
            <a:chOff x="8212756" y="332833"/>
            <a:chExt cx="620486" cy="404336"/>
          </a:xfrm>
        </p:grpSpPr>
        <p:grpSp>
          <p:nvGrpSpPr>
            <p:cNvPr id="161" name="Google Shape;161;p13"/>
            <p:cNvGrpSpPr/>
            <p:nvPr/>
          </p:nvGrpSpPr>
          <p:grpSpPr>
            <a:xfrm rot="2700000">
              <a:off x="8271970" y="392047"/>
              <a:ext cx="285909" cy="285909"/>
              <a:chOff x="6691603" y="665569"/>
              <a:chExt cx="891000" cy="891000"/>
            </a:xfrm>
          </p:grpSpPr>
          <p:sp>
            <p:nvSpPr>
              <p:cNvPr id="162" name="Google Shape;162;p13"/>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3"/>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 name="Google Shape;164;p13"/>
            <p:cNvGrpSpPr/>
            <p:nvPr/>
          </p:nvGrpSpPr>
          <p:grpSpPr>
            <a:xfrm rot="2700000">
              <a:off x="8488120" y="392047"/>
              <a:ext cx="285909" cy="285909"/>
              <a:chOff x="6691603" y="665569"/>
              <a:chExt cx="891000" cy="891000"/>
            </a:xfrm>
          </p:grpSpPr>
          <p:sp>
            <p:nvSpPr>
              <p:cNvPr id="165" name="Google Shape;165;p13"/>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7" name="Google Shape;167;p13"/>
          <p:cNvGrpSpPr/>
          <p:nvPr/>
        </p:nvGrpSpPr>
        <p:grpSpPr>
          <a:xfrm flipH="1">
            <a:off x="242381" y="225233"/>
            <a:ext cx="620486" cy="404336"/>
            <a:chOff x="8212756" y="332833"/>
            <a:chExt cx="620486" cy="404336"/>
          </a:xfrm>
        </p:grpSpPr>
        <p:grpSp>
          <p:nvGrpSpPr>
            <p:cNvPr id="168" name="Google Shape;168;p13"/>
            <p:cNvGrpSpPr/>
            <p:nvPr/>
          </p:nvGrpSpPr>
          <p:grpSpPr>
            <a:xfrm rot="2700000">
              <a:off x="8271970" y="392047"/>
              <a:ext cx="285909" cy="285909"/>
              <a:chOff x="6691603" y="665569"/>
              <a:chExt cx="891000" cy="891000"/>
            </a:xfrm>
          </p:grpSpPr>
          <p:sp>
            <p:nvSpPr>
              <p:cNvPr id="169" name="Google Shape;169;p13"/>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3"/>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 name="Google Shape;171;p13"/>
            <p:cNvGrpSpPr/>
            <p:nvPr/>
          </p:nvGrpSpPr>
          <p:grpSpPr>
            <a:xfrm rot="2700000">
              <a:off x="8488120" y="392047"/>
              <a:ext cx="285909" cy="285909"/>
              <a:chOff x="6691603" y="665569"/>
              <a:chExt cx="891000" cy="891000"/>
            </a:xfrm>
          </p:grpSpPr>
          <p:sp>
            <p:nvSpPr>
              <p:cNvPr id="172" name="Google Shape;172;p13"/>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3"/>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chemeClr val="dk2"/>
        </a:solidFill>
      </p:bgPr>
    </p:bg>
    <p:spTree>
      <p:nvGrpSpPr>
        <p:cNvPr id="174" name="Shape 174"/>
        <p:cNvGrpSpPr/>
        <p:nvPr/>
      </p:nvGrpSpPr>
      <p:grpSpPr>
        <a:xfrm>
          <a:off x="0" y="0"/>
          <a:ext cx="0" cy="0"/>
          <a:chOff x="0" y="0"/>
          <a:chExt cx="0" cy="0"/>
        </a:xfrm>
      </p:grpSpPr>
      <p:sp>
        <p:nvSpPr>
          <p:cNvPr id="175" name="Google Shape;175;p14"/>
          <p:cNvSpPr txBox="1"/>
          <p:nvPr>
            <p:ph type="title"/>
          </p:nvPr>
        </p:nvSpPr>
        <p:spPr>
          <a:xfrm>
            <a:off x="5138775" y="3663475"/>
            <a:ext cx="3290100" cy="531900"/>
          </a:xfrm>
          <a:prstGeom prst="rect">
            <a:avLst/>
          </a:prstGeom>
          <a:solidFill>
            <a:schemeClr val="lt1"/>
          </a:solidFill>
        </p:spPr>
        <p:txBody>
          <a:bodyPr anchorCtr="0" anchor="ctr" bIns="91425" lIns="91425" spcFirstLastPara="1" rIns="91425" wrap="square" tIns="91425">
            <a:noAutofit/>
          </a:bodyPr>
          <a:lstStyle>
            <a:lvl1pPr lvl="0" rtl="0" algn="r">
              <a:spcBef>
                <a:spcPts val="0"/>
              </a:spcBef>
              <a:spcAft>
                <a:spcPts val="0"/>
              </a:spcAft>
              <a:buSzPts val="3000"/>
              <a:buNone/>
              <a:defRPr b="1" sz="1400">
                <a:latin typeface="Montserrat"/>
                <a:ea typeface="Montserrat"/>
                <a:cs typeface="Montserrat"/>
                <a:sym typeface="Montserrat"/>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76" name="Google Shape;176;p14"/>
          <p:cNvSpPr txBox="1"/>
          <p:nvPr>
            <p:ph idx="1" type="subTitle"/>
          </p:nvPr>
        </p:nvSpPr>
        <p:spPr>
          <a:xfrm>
            <a:off x="5138800" y="965475"/>
            <a:ext cx="3290100" cy="2430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500"/>
              <a:buNone/>
              <a:defRPr sz="20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grpSp>
        <p:nvGrpSpPr>
          <p:cNvPr id="177" name="Google Shape;177;p14"/>
          <p:cNvGrpSpPr/>
          <p:nvPr/>
        </p:nvGrpSpPr>
        <p:grpSpPr>
          <a:xfrm>
            <a:off x="8279431" y="225233"/>
            <a:ext cx="620486" cy="404336"/>
            <a:chOff x="8212756" y="332833"/>
            <a:chExt cx="620486" cy="404336"/>
          </a:xfrm>
        </p:grpSpPr>
        <p:grpSp>
          <p:nvGrpSpPr>
            <p:cNvPr id="178" name="Google Shape;178;p14"/>
            <p:cNvGrpSpPr/>
            <p:nvPr/>
          </p:nvGrpSpPr>
          <p:grpSpPr>
            <a:xfrm rot="2700000">
              <a:off x="8271970" y="392047"/>
              <a:ext cx="285909" cy="285909"/>
              <a:chOff x="6691603" y="665569"/>
              <a:chExt cx="891000" cy="891000"/>
            </a:xfrm>
          </p:grpSpPr>
          <p:sp>
            <p:nvSpPr>
              <p:cNvPr id="179" name="Google Shape;179;p14"/>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4"/>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 name="Google Shape;181;p14"/>
            <p:cNvGrpSpPr/>
            <p:nvPr/>
          </p:nvGrpSpPr>
          <p:grpSpPr>
            <a:xfrm rot="2700000">
              <a:off x="8488120" y="392047"/>
              <a:ext cx="285909" cy="285909"/>
              <a:chOff x="6691603" y="665569"/>
              <a:chExt cx="891000" cy="891000"/>
            </a:xfrm>
          </p:grpSpPr>
          <p:sp>
            <p:nvSpPr>
              <p:cNvPr id="182" name="Google Shape;182;p14"/>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4"/>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4" name="Google Shape;184;p14"/>
          <p:cNvGrpSpPr/>
          <p:nvPr/>
        </p:nvGrpSpPr>
        <p:grpSpPr>
          <a:xfrm flipH="1">
            <a:off x="242381" y="225233"/>
            <a:ext cx="620486" cy="404336"/>
            <a:chOff x="8212756" y="332833"/>
            <a:chExt cx="620486" cy="404336"/>
          </a:xfrm>
        </p:grpSpPr>
        <p:grpSp>
          <p:nvGrpSpPr>
            <p:cNvPr id="185" name="Google Shape;185;p14"/>
            <p:cNvGrpSpPr/>
            <p:nvPr/>
          </p:nvGrpSpPr>
          <p:grpSpPr>
            <a:xfrm rot="2700000">
              <a:off x="8271970" y="392047"/>
              <a:ext cx="285909" cy="285909"/>
              <a:chOff x="6691603" y="665569"/>
              <a:chExt cx="891000" cy="891000"/>
            </a:xfrm>
          </p:grpSpPr>
          <p:sp>
            <p:nvSpPr>
              <p:cNvPr id="186" name="Google Shape;186;p14"/>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 name="Google Shape;188;p14"/>
            <p:cNvGrpSpPr/>
            <p:nvPr/>
          </p:nvGrpSpPr>
          <p:grpSpPr>
            <a:xfrm rot="2700000">
              <a:off x="8488120" y="392047"/>
              <a:ext cx="285909" cy="285909"/>
              <a:chOff x="6691603" y="665569"/>
              <a:chExt cx="891000" cy="891000"/>
            </a:xfrm>
          </p:grpSpPr>
          <p:sp>
            <p:nvSpPr>
              <p:cNvPr id="189" name="Google Shape;189;p14"/>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91" name="Google Shape;191;p14"/>
          <p:cNvSpPr/>
          <p:nvPr>
            <p:ph idx="2" type="pic"/>
          </p:nvPr>
        </p:nvSpPr>
        <p:spPr>
          <a:xfrm>
            <a:off x="964150" y="535000"/>
            <a:ext cx="3608400" cy="40737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192" name="Shape 192"/>
        <p:cNvGrpSpPr/>
        <p:nvPr/>
      </p:nvGrpSpPr>
      <p:grpSpPr>
        <a:xfrm>
          <a:off x="0" y="0"/>
          <a:ext cx="0" cy="0"/>
          <a:chOff x="0" y="0"/>
          <a:chExt cx="0" cy="0"/>
        </a:xfrm>
      </p:grpSpPr>
      <p:sp>
        <p:nvSpPr>
          <p:cNvPr id="193" name="Google Shape;193;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4" name="Google Shape;194;p15"/>
          <p:cNvSpPr txBox="1"/>
          <p:nvPr>
            <p:ph idx="1" type="body"/>
          </p:nvPr>
        </p:nvSpPr>
        <p:spPr>
          <a:xfrm>
            <a:off x="720000" y="1017725"/>
            <a:ext cx="7704000" cy="3590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Char char="■"/>
              <a:defRPr sz="1200">
                <a:solidFill>
                  <a:srgbClr val="434343"/>
                </a:solidFill>
              </a:defRPr>
            </a:lvl1pPr>
            <a:lvl2pPr indent="-304800" lvl="1" marL="914400" rtl="0">
              <a:lnSpc>
                <a:spcPct val="115000"/>
              </a:lnSpc>
              <a:spcBef>
                <a:spcPts val="1000"/>
              </a:spcBef>
              <a:spcAft>
                <a:spcPts val="0"/>
              </a:spcAft>
              <a:buClr>
                <a:srgbClr val="434343"/>
              </a:buClr>
              <a:buSzPts val="1200"/>
              <a:buChar char="○"/>
              <a:defRPr>
                <a:solidFill>
                  <a:srgbClr val="434343"/>
                </a:solidFill>
              </a:defRPr>
            </a:lvl2pPr>
            <a:lvl3pPr indent="-304800" lvl="2" marL="1371600" rtl="0">
              <a:lnSpc>
                <a:spcPct val="115000"/>
              </a:lnSpc>
              <a:spcBef>
                <a:spcPts val="0"/>
              </a:spcBef>
              <a:spcAft>
                <a:spcPts val="0"/>
              </a:spcAft>
              <a:buClr>
                <a:srgbClr val="434343"/>
              </a:buClr>
              <a:buSzPts val="1200"/>
              <a:buChar char="■"/>
              <a:defRPr>
                <a:solidFill>
                  <a:srgbClr val="434343"/>
                </a:solidFill>
              </a:defRPr>
            </a:lvl3pPr>
            <a:lvl4pPr indent="-304800" lvl="3" marL="1828800" rtl="0">
              <a:lnSpc>
                <a:spcPct val="115000"/>
              </a:lnSpc>
              <a:spcBef>
                <a:spcPts val="0"/>
              </a:spcBef>
              <a:spcAft>
                <a:spcPts val="0"/>
              </a:spcAft>
              <a:buClr>
                <a:srgbClr val="434343"/>
              </a:buClr>
              <a:buSzPts val="1200"/>
              <a:buChar char="●"/>
              <a:defRPr>
                <a:solidFill>
                  <a:srgbClr val="434343"/>
                </a:solidFill>
              </a:defRPr>
            </a:lvl4pPr>
            <a:lvl5pPr indent="-304800" lvl="4" marL="2286000" rtl="0">
              <a:lnSpc>
                <a:spcPct val="115000"/>
              </a:lnSpc>
              <a:spcBef>
                <a:spcPts val="0"/>
              </a:spcBef>
              <a:spcAft>
                <a:spcPts val="0"/>
              </a:spcAft>
              <a:buClr>
                <a:srgbClr val="434343"/>
              </a:buClr>
              <a:buSzPts val="1200"/>
              <a:buChar char="○"/>
              <a:defRPr>
                <a:solidFill>
                  <a:srgbClr val="434343"/>
                </a:solidFill>
              </a:defRPr>
            </a:lvl5pPr>
            <a:lvl6pPr indent="-304800" lvl="5" marL="2743200" rtl="0">
              <a:lnSpc>
                <a:spcPct val="115000"/>
              </a:lnSpc>
              <a:spcBef>
                <a:spcPts val="0"/>
              </a:spcBef>
              <a:spcAft>
                <a:spcPts val="0"/>
              </a:spcAft>
              <a:buClr>
                <a:srgbClr val="434343"/>
              </a:buClr>
              <a:buSzPts val="1200"/>
              <a:buChar char="■"/>
              <a:defRPr>
                <a:solidFill>
                  <a:srgbClr val="434343"/>
                </a:solidFill>
              </a:defRPr>
            </a:lvl6pPr>
            <a:lvl7pPr indent="-304800" lvl="6" marL="3200400" rtl="0">
              <a:lnSpc>
                <a:spcPct val="115000"/>
              </a:lnSpc>
              <a:spcBef>
                <a:spcPts val="0"/>
              </a:spcBef>
              <a:spcAft>
                <a:spcPts val="0"/>
              </a:spcAft>
              <a:buClr>
                <a:srgbClr val="434343"/>
              </a:buClr>
              <a:buSzPts val="1200"/>
              <a:buChar char="●"/>
              <a:defRPr>
                <a:solidFill>
                  <a:srgbClr val="434343"/>
                </a:solidFill>
              </a:defRPr>
            </a:lvl7pPr>
            <a:lvl8pPr indent="-304800" lvl="7" marL="3657600" rtl="0">
              <a:lnSpc>
                <a:spcPct val="115000"/>
              </a:lnSpc>
              <a:spcBef>
                <a:spcPts val="0"/>
              </a:spcBef>
              <a:spcAft>
                <a:spcPts val="0"/>
              </a:spcAft>
              <a:buClr>
                <a:srgbClr val="434343"/>
              </a:buClr>
              <a:buSzPts val="1200"/>
              <a:buChar char="○"/>
              <a:defRPr>
                <a:solidFill>
                  <a:srgbClr val="434343"/>
                </a:solidFill>
              </a:defRPr>
            </a:lvl8pPr>
            <a:lvl9pPr indent="-304800" lvl="8" marL="4114800" rtl="0">
              <a:lnSpc>
                <a:spcPct val="115000"/>
              </a:lnSpc>
              <a:spcBef>
                <a:spcPts val="0"/>
              </a:spcBef>
              <a:spcAft>
                <a:spcPts val="0"/>
              </a:spcAft>
              <a:buClr>
                <a:srgbClr val="434343"/>
              </a:buClr>
              <a:buSzPts val="1200"/>
              <a:buChar char="■"/>
              <a:defRPr>
                <a:solidFill>
                  <a:srgbClr val="434343"/>
                </a:solidFill>
              </a:defRPr>
            </a:lvl9pPr>
          </a:lstStyle>
          <a:p/>
        </p:txBody>
      </p:sp>
      <p:grpSp>
        <p:nvGrpSpPr>
          <p:cNvPr id="195" name="Google Shape;195;p15"/>
          <p:cNvGrpSpPr/>
          <p:nvPr/>
        </p:nvGrpSpPr>
        <p:grpSpPr>
          <a:xfrm rot="10800000">
            <a:off x="274216" y="4479341"/>
            <a:ext cx="437659" cy="437659"/>
            <a:chOff x="6691603" y="665569"/>
            <a:chExt cx="891000" cy="891000"/>
          </a:xfrm>
        </p:grpSpPr>
        <p:sp>
          <p:nvSpPr>
            <p:cNvPr id="196" name="Google Shape;196;p15"/>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5"/>
          <p:cNvGrpSpPr/>
          <p:nvPr/>
        </p:nvGrpSpPr>
        <p:grpSpPr>
          <a:xfrm flipH="1" rot="10800000">
            <a:off x="8428891" y="4479341"/>
            <a:ext cx="437659" cy="437659"/>
            <a:chOff x="6691603" y="665569"/>
            <a:chExt cx="891000" cy="891000"/>
          </a:xfrm>
        </p:grpSpPr>
        <p:sp>
          <p:nvSpPr>
            <p:cNvPr id="199" name="Google Shape;199;p15"/>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5"/>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 name="Google Shape;201;p15"/>
          <p:cNvSpPr/>
          <p:nvPr/>
        </p:nvSpPr>
        <p:spPr>
          <a:xfrm flipH="1" rot="5400000">
            <a:off x="195300" y="-195309"/>
            <a:ext cx="333300" cy="723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5"/>
          <p:cNvSpPr/>
          <p:nvPr/>
        </p:nvSpPr>
        <p:spPr>
          <a:xfrm flipH="1" rot="5400000">
            <a:off x="8619300" y="-195309"/>
            <a:ext cx="333300" cy="723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_1">
    <p:spTree>
      <p:nvGrpSpPr>
        <p:cNvPr id="203" name="Shape 203"/>
        <p:cNvGrpSpPr/>
        <p:nvPr/>
      </p:nvGrpSpPr>
      <p:grpSpPr>
        <a:xfrm>
          <a:off x="0" y="0"/>
          <a:ext cx="0" cy="0"/>
          <a:chOff x="0" y="0"/>
          <a:chExt cx="0" cy="0"/>
        </a:xfrm>
      </p:grpSpPr>
      <p:sp>
        <p:nvSpPr>
          <p:cNvPr id="204" name="Google Shape;204;p16"/>
          <p:cNvSpPr/>
          <p:nvPr/>
        </p:nvSpPr>
        <p:spPr>
          <a:xfrm flipH="1" rot="-5400000">
            <a:off x="-1247859" y="1238400"/>
            <a:ext cx="5162400" cy="2666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6"/>
          <p:cNvSpPr txBox="1"/>
          <p:nvPr>
            <p:ph type="title"/>
          </p:nvPr>
        </p:nvSpPr>
        <p:spPr>
          <a:xfrm flipH="1">
            <a:off x="4829750" y="980849"/>
            <a:ext cx="3341400" cy="2312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6" name="Google Shape;206;p16"/>
          <p:cNvSpPr/>
          <p:nvPr>
            <p:ph idx="2" type="pic"/>
          </p:nvPr>
        </p:nvSpPr>
        <p:spPr>
          <a:xfrm flipH="1">
            <a:off x="715100" y="535000"/>
            <a:ext cx="3596100" cy="4087200"/>
          </a:xfrm>
          <a:prstGeom prst="rect">
            <a:avLst/>
          </a:prstGeom>
          <a:noFill/>
          <a:ln>
            <a:noFill/>
          </a:ln>
        </p:spPr>
      </p:sp>
      <p:grpSp>
        <p:nvGrpSpPr>
          <p:cNvPr id="207" name="Google Shape;207;p16"/>
          <p:cNvGrpSpPr/>
          <p:nvPr/>
        </p:nvGrpSpPr>
        <p:grpSpPr>
          <a:xfrm flipH="1" rot="10800000">
            <a:off x="8456141" y="4479374"/>
            <a:ext cx="437659" cy="437659"/>
            <a:chOff x="6691603" y="665569"/>
            <a:chExt cx="891000" cy="891000"/>
          </a:xfrm>
        </p:grpSpPr>
        <p:sp>
          <p:nvSpPr>
            <p:cNvPr id="208" name="Google Shape;208;p16"/>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6"/>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 name="Google Shape;210;p16"/>
          <p:cNvGrpSpPr/>
          <p:nvPr/>
        </p:nvGrpSpPr>
        <p:grpSpPr>
          <a:xfrm>
            <a:off x="8456141" y="226491"/>
            <a:ext cx="437659" cy="437659"/>
            <a:chOff x="6691603" y="665569"/>
            <a:chExt cx="891000" cy="891000"/>
          </a:xfrm>
        </p:grpSpPr>
        <p:sp>
          <p:nvSpPr>
            <p:cNvPr id="211" name="Google Shape;211;p16"/>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6"/>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 name="Google Shape;213;p16"/>
          <p:cNvSpPr txBox="1"/>
          <p:nvPr>
            <p:ph idx="1" type="subTitle"/>
          </p:nvPr>
        </p:nvSpPr>
        <p:spPr>
          <a:xfrm>
            <a:off x="4829750" y="3421350"/>
            <a:ext cx="3341400" cy="837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_1_1">
    <p:spTree>
      <p:nvGrpSpPr>
        <p:cNvPr id="214" name="Shape 214"/>
        <p:cNvGrpSpPr/>
        <p:nvPr/>
      </p:nvGrpSpPr>
      <p:grpSpPr>
        <a:xfrm>
          <a:off x="0" y="0"/>
          <a:ext cx="0" cy="0"/>
          <a:chOff x="0" y="0"/>
          <a:chExt cx="0" cy="0"/>
        </a:xfrm>
      </p:grpSpPr>
      <p:sp>
        <p:nvSpPr>
          <p:cNvPr id="215" name="Google Shape;215;p17"/>
          <p:cNvSpPr txBox="1"/>
          <p:nvPr>
            <p:ph type="title"/>
          </p:nvPr>
        </p:nvSpPr>
        <p:spPr>
          <a:xfrm flipH="1">
            <a:off x="715100" y="1496850"/>
            <a:ext cx="2681700" cy="13338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216" name="Google Shape;216;p17"/>
          <p:cNvGrpSpPr/>
          <p:nvPr/>
        </p:nvGrpSpPr>
        <p:grpSpPr>
          <a:xfrm rot="10800000">
            <a:off x="279616" y="4479374"/>
            <a:ext cx="437659" cy="437659"/>
            <a:chOff x="6691603" y="665569"/>
            <a:chExt cx="891000" cy="891000"/>
          </a:xfrm>
        </p:grpSpPr>
        <p:sp>
          <p:nvSpPr>
            <p:cNvPr id="217" name="Google Shape;217;p17"/>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7"/>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7"/>
          <p:cNvGrpSpPr/>
          <p:nvPr/>
        </p:nvGrpSpPr>
        <p:grpSpPr>
          <a:xfrm flipH="1">
            <a:off x="279616" y="226491"/>
            <a:ext cx="437659" cy="437659"/>
            <a:chOff x="6691603" y="665569"/>
            <a:chExt cx="891000" cy="891000"/>
          </a:xfrm>
        </p:grpSpPr>
        <p:sp>
          <p:nvSpPr>
            <p:cNvPr id="220" name="Google Shape;220;p17"/>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7"/>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2" name="Google Shape;222;p17"/>
          <p:cNvSpPr txBox="1"/>
          <p:nvPr>
            <p:ph idx="1" type="subTitle"/>
          </p:nvPr>
        </p:nvSpPr>
        <p:spPr>
          <a:xfrm>
            <a:off x="715100" y="2830650"/>
            <a:ext cx="2681700" cy="8379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_1_1_1">
    <p:spTree>
      <p:nvGrpSpPr>
        <p:cNvPr id="223" name="Shape 223"/>
        <p:cNvGrpSpPr/>
        <p:nvPr/>
      </p:nvGrpSpPr>
      <p:grpSpPr>
        <a:xfrm>
          <a:off x="0" y="0"/>
          <a:ext cx="0" cy="0"/>
          <a:chOff x="0" y="0"/>
          <a:chExt cx="0" cy="0"/>
        </a:xfrm>
      </p:grpSpPr>
      <p:grpSp>
        <p:nvGrpSpPr>
          <p:cNvPr id="224" name="Google Shape;224;p18"/>
          <p:cNvGrpSpPr/>
          <p:nvPr/>
        </p:nvGrpSpPr>
        <p:grpSpPr>
          <a:xfrm rot="10800000">
            <a:off x="279616" y="4479374"/>
            <a:ext cx="437659" cy="437659"/>
            <a:chOff x="6691603" y="665569"/>
            <a:chExt cx="891000" cy="891000"/>
          </a:xfrm>
        </p:grpSpPr>
        <p:sp>
          <p:nvSpPr>
            <p:cNvPr id="225" name="Google Shape;225;p18"/>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8"/>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 name="Google Shape;227;p18"/>
          <p:cNvGrpSpPr/>
          <p:nvPr/>
        </p:nvGrpSpPr>
        <p:grpSpPr>
          <a:xfrm flipH="1">
            <a:off x="279616" y="226491"/>
            <a:ext cx="437659" cy="437659"/>
            <a:chOff x="6691603" y="665569"/>
            <a:chExt cx="891000" cy="891000"/>
          </a:xfrm>
        </p:grpSpPr>
        <p:sp>
          <p:nvSpPr>
            <p:cNvPr id="228" name="Google Shape;228;p18"/>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8"/>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 name="Google Shape;230;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1" name="Google Shape;231;p18"/>
          <p:cNvSpPr txBox="1"/>
          <p:nvPr>
            <p:ph idx="1" type="body"/>
          </p:nvPr>
        </p:nvSpPr>
        <p:spPr>
          <a:xfrm>
            <a:off x="720000" y="1093925"/>
            <a:ext cx="7704000" cy="2649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434343"/>
              </a:buClr>
              <a:buSzPts val="1400"/>
              <a:buChar char="■"/>
              <a:defRPr sz="1200">
                <a:solidFill>
                  <a:srgbClr val="434343"/>
                </a:solidFill>
              </a:defRPr>
            </a:lvl1pPr>
            <a:lvl2pPr indent="-304800" lvl="1" marL="914400" rtl="0">
              <a:lnSpc>
                <a:spcPct val="115000"/>
              </a:lnSpc>
              <a:spcBef>
                <a:spcPts val="1000"/>
              </a:spcBef>
              <a:spcAft>
                <a:spcPts val="0"/>
              </a:spcAft>
              <a:buClr>
                <a:srgbClr val="434343"/>
              </a:buClr>
              <a:buSzPts val="1200"/>
              <a:buChar char="○"/>
              <a:defRPr>
                <a:solidFill>
                  <a:srgbClr val="434343"/>
                </a:solidFill>
              </a:defRPr>
            </a:lvl2pPr>
            <a:lvl3pPr indent="-304800" lvl="2" marL="1371600" rtl="0">
              <a:lnSpc>
                <a:spcPct val="115000"/>
              </a:lnSpc>
              <a:spcBef>
                <a:spcPts val="0"/>
              </a:spcBef>
              <a:spcAft>
                <a:spcPts val="0"/>
              </a:spcAft>
              <a:buClr>
                <a:srgbClr val="434343"/>
              </a:buClr>
              <a:buSzPts val="1200"/>
              <a:buChar char="■"/>
              <a:defRPr>
                <a:solidFill>
                  <a:srgbClr val="434343"/>
                </a:solidFill>
              </a:defRPr>
            </a:lvl3pPr>
            <a:lvl4pPr indent="-304800" lvl="3" marL="1828800" rtl="0">
              <a:lnSpc>
                <a:spcPct val="115000"/>
              </a:lnSpc>
              <a:spcBef>
                <a:spcPts val="0"/>
              </a:spcBef>
              <a:spcAft>
                <a:spcPts val="0"/>
              </a:spcAft>
              <a:buClr>
                <a:srgbClr val="434343"/>
              </a:buClr>
              <a:buSzPts val="1200"/>
              <a:buChar char="●"/>
              <a:defRPr>
                <a:solidFill>
                  <a:srgbClr val="434343"/>
                </a:solidFill>
              </a:defRPr>
            </a:lvl4pPr>
            <a:lvl5pPr indent="-304800" lvl="4" marL="2286000" rtl="0">
              <a:lnSpc>
                <a:spcPct val="115000"/>
              </a:lnSpc>
              <a:spcBef>
                <a:spcPts val="0"/>
              </a:spcBef>
              <a:spcAft>
                <a:spcPts val="0"/>
              </a:spcAft>
              <a:buClr>
                <a:srgbClr val="434343"/>
              </a:buClr>
              <a:buSzPts val="1200"/>
              <a:buChar char="○"/>
              <a:defRPr>
                <a:solidFill>
                  <a:srgbClr val="434343"/>
                </a:solidFill>
              </a:defRPr>
            </a:lvl5pPr>
            <a:lvl6pPr indent="-304800" lvl="5" marL="2743200" rtl="0">
              <a:lnSpc>
                <a:spcPct val="115000"/>
              </a:lnSpc>
              <a:spcBef>
                <a:spcPts val="0"/>
              </a:spcBef>
              <a:spcAft>
                <a:spcPts val="0"/>
              </a:spcAft>
              <a:buClr>
                <a:srgbClr val="434343"/>
              </a:buClr>
              <a:buSzPts val="1200"/>
              <a:buChar char="■"/>
              <a:defRPr>
                <a:solidFill>
                  <a:srgbClr val="434343"/>
                </a:solidFill>
              </a:defRPr>
            </a:lvl6pPr>
            <a:lvl7pPr indent="-304800" lvl="6" marL="3200400" rtl="0">
              <a:lnSpc>
                <a:spcPct val="115000"/>
              </a:lnSpc>
              <a:spcBef>
                <a:spcPts val="0"/>
              </a:spcBef>
              <a:spcAft>
                <a:spcPts val="0"/>
              </a:spcAft>
              <a:buClr>
                <a:srgbClr val="434343"/>
              </a:buClr>
              <a:buSzPts val="1200"/>
              <a:buChar char="●"/>
              <a:defRPr>
                <a:solidFill>
                  <a:srgbClr val="434343"/>
                </a:solidFill>
              </a:defRPr>
            </a:lvl7pPr>
            <a:lvl8pPr indent="-304800" lvl="7" marL="3657600" rtl="0">
              <a:lnSpc>
                <a:spcPct val="115000"/>
              </a:lnSpc>
              <a:spcBef>
                <a:spcPts val="0"/>
              </a:spcBef>
              <a:spcAft>
                <a:spcPts val="0"/>
              </a:spcAft>
              <a:buClr>
                <a:srgbClr val="434343"/>
              </a:buClr>
              <a:buSzPts val="1200"/>
              <a:buChar char="○"/>
              <a:defRPr>
                <a:solidFill>
                  <a:srgbClr val="434343"/>
                </a:solidFill>
              </a:defRPr>
            </a:lvl8pPr>
            <a:lvl9pPr indent="-304800" lvl="8" marL="4114800" rtl="0">
              <a:lnSpc>
                <a:spcPct val="115000"/>
              </a:lnSpc>
              <a:spcBef>
                <a:spcPts val="0"/>
              </a:spcBef>
              <a:spcAft>
                <a:spcPts val="0"/>
              </a:spcAft>
              <a:buClr>
                <a:srgbClr val="434343"/>
              </a:buClr>
              <a:buSzPts val="1200"/>
              <a:buChar char="■"/>
              <a:defRPr>
                <a:solidFill>
                  <a:srgbClr val="434343"/>
                </a:solidFill>
              </a:defRPr>
            </a:lvl9pPr>
          </a:lstStyle>
          <a:p/>
        </p:txBody>
      </p:sp>
      <p:sp>
        <p:nvSpPr>
          <p:cNvPr id="232" name="Google Shape;232;p18"/>
          <p:cNvSpPr/>
          <p:nvPr/>
        </p:nvSpPr>
        <p:spPr>
          <a:xfrm flipH="1" rot="-5400000">
            <a:off x="6198592" y="2217000"/>
            <a:ext cx="5162400" cy="728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_1_1_1_1">
    <p:spTree>
      <p:nvGrpSpPr>
        <p:cNvPr id="233" name="Shape 233"/>
        <p:cNvGrpSpPr/>
        <p:nvPr/>
      </p:nvGrpSpPr>
      <p:grpSpPr>
        <a:xfrm>
          <a:off x="0" y="0"/>
          <a:ext cx="0" cy="0"/>
          <a:chOff x="0" y="0"/>
          <a:chExt cx="0" cy="0"/>
        </a:xfrm>
      </p:grpSpPr>
      <p:grpSp>
        <p:nvGrpSpPr>
          <p:cNvPr id="234" name="Google Shape;234;p19"/>
          <p:cNvGrpSpPr/>
          <p:nvPr/>
        </p:nvGrpSpPr>
        <p:grpSpPr>
          <a:xfrm rot="10800000">
            <a:off x="279616" y="4479374"/>
            <a:ext cx="437659" cy="437659"/>
            <a:chOff x="6691603" y="665569"/>
            <a:chExt cx="891000" cy="891000"/>
          </a:xfrm>
        </p:grpSpPr>
        <p:sp>
          <p:nvSpPr>
            <p:cNvPr id="235" name="Google Shape;235;p19"/>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9"/>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7" name="Google Shape;237;p19"/>
          <p:cNvGrpSpPr/>
          <p:nvPr/>
        </p:nvGrpSpPr>
        <p:grpSpPr>
          <a:xfrm flipH="1">
            <a:off x="279616" y="226491"/>
            <a:ext cx="437659" cy="437659"/>
            <a:chOff x="6691603" y="665569"/>
            <a:chExt cx="891000" cy="891000"/>
          </a:xfrm>
        </p:grpSpPr>
        <p:sp>
          <p:nvSpPr>
            <p:cNvPr id="238" name="Google Shape;238;p19"/>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9"/>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0" name="Google Shape;240;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1" name="Google Shape;241;p19"/>
          <p:cNvSpPr txBox="1"/>
          <p:nvPr>
            <p:ph idx="1" type="body"/>
          </p:nvPr>
        </p:nvSpPr>
        <p:spPr>
          <a:xfrm>
            <a:off x="720000" y="1579700"/>
            <a:ext cx="3937800" cy="2649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434343"/>
              </a:buClr>
              <a:buSzPts val="1400"/>
              <a:buChar char="■"/>
              <a:defRPr sz="1200">
                <a:solidFill>
                  <a:srgbClr val="434343"/>
                </a:solidFill>
              </a:defRPr>
            </a:lvl1pPr>
            <a:lvl2pPr indent="-304800" lvl="1" marL="914400" rtl="0">
              <a:lnSpc>
                <a:spcPct val="115000"/>
              </a:lnSpc>
              <a:spcBef>
                <a:spcPts val="1000"/>
              </a:spcBef>
              <a:spcAft>
                <a:spcPts val="0"/>
              </a:spcAft>
              <a:buClr>
                <a:srgbClr val="434343"/>
              </a:buClr>
              <a:buSzPts val="1200"/>
              <a:buChar char="○"/>
              <a:defRPr>
                <a:solidFill>
                  <a:srgbClr val="434343"/>
                </a:solidFill>
              </a:defRPr>
            </a:lvl2pPr>
            <a:lvl3pPr indent="-304800" lvl="2" marL="1371600" rtl="0">
              <a:lnSpc>
                <a:spcPct val="115000"/>
              </a:lnSpc>
              <a:spcBef>
                <a:spcPts val="0"/>
              </a:spcBef>
              <a:spcAft>
                <a:spcPts val="0"/>
              </a:spcAft>
              <a:buClr>
                <a:srgbClr val="434343"/>
              </a:buClr>
              <a:buSzPts val="1200"/>
              <a:buChar char="■"/>
              <a:defRPr>
                <a:solidFill>
                  <a:srgbClr val="434343"/>
                </a:solidFill>
              </a:defRPr>
            </a:lvl3pPr>
            <a:lvl4pPr indent="-304800" lvl="3" marL="1828800" rtl="0">
              <a:lnSpc>
                <a:spcPct val="115000"/>
              </a:lnSpc>
              <a:spcBef>
                <a:spcPts val="0"/>
              </a:spcBef>
              <a:spcAft>
                <a:spcPts val="0"/>
              </a:spcAft>
              <a:buClr>
                <a:srgbClr val="434343"/>
              </a:buClr>
              <a:buSzPts val="1200"/>
              <a:buChar char="●"/>
              <a:defRPr>
                <a:solidFill>
                  <a:srgbClr val="434343"/>
                </a:solidFill>
              </a:defRPr>
            </a:lvl4pPr>
            <a:lvl5pPr indent="-304800" lvl="4" marL="2286000" rtl="0">
              <a:lnSpc>
                <a:spcPct val="115000"/>
              </a:lnSpc>
              <a:spcBef>
                <a:spcPts val="0"/>
              </a:spcBef>
              <a:spcAft>
                <a:spcPts val="0"/>
              </a:spcAft>
              <a:buClr>
                <a:srgbClr val="434343"/>
              </a:buClr>
              <a:buSzPts val="1200"/>
              <a:buChar char="○"/>
              <a:defRPr>
                <a:solidFill>
                  <a:srgbClr val="434343"/>
                </a:solidFill>
              </a:defRPr>
            </a:lvl5pPr>
            <a:lvl6pPr indent="-304800" lvl="5" marL="2743200" rtl="0">
              <a:lnSpc>
                <a:spcPct val="115000"/>
              </a:lnSpc>
              <a:spcBef>
                <a:spcPts val="0"/>
              </a:spcBef>
              <a:spcAft>
                <a:spcPts val="0"/>
              </a:spcAft>
              <a:buClr>
                <a:srgbClr val="434343"/>
              </a:buClr>
              <a:buSzPts val="1200"/>
              <a:buChar char="■"/>
              <a:defRPr>
                <a:solidFill>
                  <a:srgbClr val="434343"/>
                </a:solidFill>
              </a:defRPr>
            </a:lvl6pPr>
            <a:lvl7pPr indent="-304800" lvl="6" marL="3200400" rtl="0">
              <a:lnSpc>
                <a:spcPct val="115000"/>
              </a:lnSpc>
              <a:spcBef>
                <a:spcPts val="0"/>
              </a:spcBef>
              <a:spcAft>
                <a:spcPts val="0"/>
              </a:spcAft>
              <a:buClr>
                <a:srgbClr val="434343"/>
              </a:buClr>
              <a:buSzPts val="1200"/>
              <a:buChar char="●"/>
              <a:defRPr>
                <a:solidFill>
                  <a:srgbClr val="434343"/>
                </a:solidFill>
              </a:defRPr>
            </a:lvl7pPr>
            <a:lvl8pPr indent="-304800" lvl="7" marL="3657600" rtl="0">
              <a:lnSpc>
                <a:spcPct val="115000"/>
              </a:lnSpc>
              <a:spcBef>
                <a:spcPts val="0"/>
              </a:spcBef>
              <a:spcAft>
                <a:spcPts val="0"/>
              </a:spcAft>
              <a:buClr>
                <a:srgbClr val="434343"/>
              </a:buClr>
              <a:buSzPts val="1200"/>
              <a:buChar char="○"/>
              <a:defRPr>
                <a:solidFill>
                  <a:srgbClr val="434343"/>
                </a:solidFill>
              </a:defRPr>
            </a:lvl8pPr>
            <a:lvl9pPr indent="-304800" lvl="8" marL="4114800" rtl="0">
              <a:lnSpc>
                <a:spcPct val="115000"/>
              </a:lnSpc>
              <a:spcBef>
                <a:spcPts val="0"/>
              </a:spcBef>
              <a:spcAft>
                <a:spcPts val="0"/>
              </a:spcAft>
              <a:buClr>
                <a:srgbClr val="434343"/>
              </a:buClr>
              <a:buSzPts val="1200"/>
              <a:buChar char="■"/>
              <a:defRPr>
                <a:solidFill>
                  <a:srgbClr val="434343"/>
                </a:solidFill>
              </a:defRPr>
            </a:lvl9pPr>
          </a:lstStyle>
          <a:p/>
        </p:txBody>
      </p:sp>
      <p:sp>
        <p:nvSpPr>
          <p:cNvPr id="242" name="Google Shape;242;p19"/>
          <p:cNvSpPr/>
          <p:nvPr/>
        </p:nvSpPr>
        <p:spPr>
          <a:xfrm flipH="1" rot="-5400000">
            <a:off x="6198592" y="2217000"/>
            <a:ext cx="5162400" cy="728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
    <p:spTree>
      <p:nvGrpSpPr>
        <p:cNvPr id="243" name="Shape 243"/>
        <p:cNvGrpSpPr/>
        <p:nvPr/>
      </p:nvGrpSpPr>
      <p:grpSpPr>
        <a:xfrm>
          <a:off x="0" y="0"/>
          <a:ext cx="0" cy="0"/>
          <a:chOff x="0" y="0"/>
          <a:chExt cx="0" cy="0"/>
        </a:xfrm>
      </p:grpSpPr>
      <p:sp>
        <p:nvSpPr>
          <p:cNvPr id="244" name="Google Shape;244;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245" name="Google Shape;245;p20"/>
          <p:cNvGrpSpPr/>
          <p:nvPr/>
        </p:nvGrpSpPr>
        <p:grpSpPr>
          <a:xfrm rot="10800000">
            <a:off x="274216" y="4479341"/>
            <a:ext cx="437659" cy="437659"/>
            <a:chOff x="6691603" y="665569"/>
            <a:chExt cx="891000" cy="891000"/>
          </a:xfrm>
        </p:grpSpPr>
        <p:sp>
          <p:nvSpPr>
            <p:cNvPr id="246" name="Google Shape;246;p20"/>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0"/>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 name="Google Shape;248;p20"/>
          <p:cNvGrpSpPr/>
          <p:nvPr/>
        </p:nvGrpSpPr>
        <p:grpSpPr>
          <a:xfrm flipH="1" rot="10800000">
            <a:off x="8428891" y="4479341"/>
            <a:ext cx="437659" cy="437659"/>
            <a:chOff x="6691603" y="665569"/>
            <a:chExt cx="891000" cy="891000"/>
          </a:xfrm>
        </p:grpSpPr>
        <p:sp>
          <p:nvSpPr>
            <p:cNvPr id="249" name="Google Shape;249;p20"/>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0"/>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1" name="Google Shape;251;p20"/>
          <p:cNvSpPr/>
          <p:nvPr/>
        </p:nvSpPr>
        <p:spPr>
          <a:xfrm flipH="1" rot="5400000">
            <a:off x="195300" y="-195309"/>
            <a:ext cx="333300" cy="723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0"/>
          <p:cNvSpPr/>
          <p:nvPr/>
        </p:nvSpPr>
        <p:spPr>
          <a:xfrm flipH="1" rot="5400000">
            <a:off x="8619300" y="-195309"/>
            <a:ext cx="333300" cy="723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
    <p:spTree>
      <p:nvGrpSpPr>
        <p:cNvPr id="253" name="Shape 253"/>
        <p:cNvGrpSpPr/>
        <p:nvPr/>
      </p:nvGrpSpPr>
      <p:grpSpPr>
        <a:xfrm>
          <a:off x="0" y="0"/>
          <a:ext cx="0" cy="0"/>
          <a:chOff x="0" y="0"/>
          <a:chExt cx="0" cy="0"/>
        </a:xfrm>
      </p:grpSpPr>
      <p:sp>
        <p:nvSpPr>
          <p:cNvPr id="254" name="Google Shape;254;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255" name="Google Shape;255;p21"/>
          <p:cNvGrpSpPr/>
          <p:nvPr/>
        </p:nvGrpSpPr>
        <p:grpSpPr>
          <a:xfrm>
            <a:off x="8279431" y="225233"/>
            <a:ext cx="620486" cy="404336"/>
            <a:chOff x="8212756" y="332833"/>
            <a:chExt cx="620486" cy="404336"/>
          </a:xfrm>
        </p:grpSpPr>
        <p:grpSp>
          <p:nvGrpSpPr>
            <p:cNvPr id="256" name="Google Shape;256;p21"/>
            <p:cNvGrpSpPr/>
            <p:nvPr/>
          </p:nvGrpSpPr>
          <p:grpSpPr>
            <a:xfrm rot="2700000">
              <a:off x="8271970" y="392047"/>
              <a:ext cx="285909" cy="285909"/>
              <a:chOff x="6691603" y="665569"/>
              <a:chExt cx="891000" cy="891000"/>
            </a:xfrm>
          </p:grpSpPr>
          <p:sp>
            <p:nvSpPr>
              <p:cNvPr id="257" name="Google Shape;257;p21"/>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1"/>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21"/>
            <p:cNvGrpSpPr/>
            <p:nvPr/>
          </p:nvGrpSpPr>
          <p:grpSpPr>
            <a:xfrm rot="2700000">
              <a:off x="8488120" y="392047"/>
              <a:ext cx="285909" cy="285909"/>
              <a:chOff x="6691603" y="665569"/>
              <a:chExt cx="891000" cy="891000"/>
            </a:xfrm>
          </p:grpSpPr>
          <p:sp>
            <p:nvSpPr>
              <p:cNvPr id="260" name="Google Shape;260;p21"/>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1"/>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62" name="Google Shape;262;p21"/>
          <p:cNvGrpSpPr/>
          <p:nvPr/>
        </p:nvGrpSpPr>
        <p:grpSpPr>
          <a:xfrm flipH="1">
            <a:off x="242381" y="225233"/>
            <a:ext cx="620486" cy="404336"/>
            <a:chOff x="8212756" y="332833"/>
            <a:chExt cx="620486" cy="404336"/>
          </a:xfrm>
        </p:grpSpPr>
        <p:grpSp>
          <p:nvGrpSpPr>
            <p:cNvPr id="263" name="Google Shape;263;p21"/>
            <p:cNvGrpSpPr/>
            <p:nvPr/>
          </p:nvGrpSpPr>
          <p:grpSpPr>
            <a:xfrm rot="2700000">
              <a:off x="8271970" y="392047"/>
              <a:ext cx="285909" cy="285909"/>
              <a:chOff x="6691603" y="665569"/>
              <a:chExt cx="891000" cy="891000"/>
            </a:xfrm>
          </p:grpSpPr>
          <p:sp>
            <p:nvSpPr>
              <p:cNvPr id="264" name="Google Shape;264;p21"/>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1"/>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6" name="Google Shape;266;p21"/>
            <p:cNvGrpSpPr/>
            <p:nvPr/>
          </p:nvGrpSpPr>
          <p:grpSpPr>
            <a:xfrm rot="2700000">
              <a:off x="8488120" y="392047"/>
              <a:ext cx="285909" cy="285909"/>
              <a:chOff x="6691603" y="665569"/>
              <a:chExt cx="891000" cy="891000"/>
            </a:xfrm>
          </p:grpSpPr>
          <p:sp>
            <p:nvSpPr>
              <p:cNvPr id="267" name="Google Shape;267;p21"/>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1"/>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9" name="Google Shape;269;p21"/>
          <p:cNvSpPr/>
          <p:nvPr/>
        </p:nvSpPr>
        <p:spPr>
          <a:xfrm>
            <a:off x="8785125" y="3152950"/>
            <a:ext cx="720000" cy="199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1"/>
          <p:cNvSpPr/>
          <p:nvPr/>
        </p:nvSpPr>
        <p:spPr>
          <a:xfrm>
            <a:off x="-361125" y="1248550"/>
            <a:ext cx="720000" cy="1904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71" name="Shape 271"/>
        <p:cNvGrpSpPr/>
        <p:nvPr/>
      </p:nvGrpSpPr>
      <p:grpSpPr>
        <a:xfrm>
          <a:off x="0" y="0"/>
          <a:ext cx="0" cy="0"/>
          <a:chOff x="0" y="0"/>
          <a:chExt cx="0" cy="0"/>
        </a:xfrm>
      </p:grpSpPr>
      <p:sp>
        <p:nvSpPr>
          <p:cNvPr id="272" name="Google Shape;272;p22"/>
          <p:cNvSpPr txBox="1"/>
          <p:nvPr>
            <p:ph idx="1" type="subTitle"/>
          </p:nvPr>
        </p:nvSpPr>
        <p:spPr>
          <a:xfrm>
            <a:off x="1591380" y="3384750"/>
            <a:ext cx="2306400" cy="522000"/>
          </a:xfrm>
          <a:prstGeom prst="rect">
            <a:avLst/>
          </a:prstGeom>
          <a:solidFill>
            <a:schemeClr val="dk2"/>
          </a:solidFill>
        </p:spPr>
        <p:txBody>
          <a:bodyPr anchorCtr="0" anchor="b" bIns="91425" lIns="91425" spcFirstLastPara="1" rIns="91425" wrap="square" tIns="91425">
            <a:noAutofit/>
          </a:bodyPr>
          <a:lstStyle>
            <a:lvl1pPr lvl="0" rtl="0" algn="ctr">
              <a:lnSpc>
                <a:spcPct val="100000"/>
              </a:lnSpc>
              <a:spcBef>
                <a:spcPts val="0"/>
              </a:spcBef>
              <a:spcAft>
                <a:spcPts val="0"/>
              </a:spcAft>
              <a:buSzPts val="2500"/>
              <a:buFont typeface="Bebas Neue"/>
              <a:buNone/>
              <a:defRPr b="1" sz="2000">
                <a:latin typeface="Montserrat"/>
                <a:ea typeface="Montserrat"/>
                <a:cs typeface="Montserrat"/>
                <a:sym typeface="Montserrat"/>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273" name="Google Shape;273;p22"/>
          <p:cNvSpPr txBox="1"/>
          <p:nvPr>
            <p:ph idx="2" type="subTitle"/>
          </p:nvPr>
        </p:nvSpPr>
        <p:spPr>
          <a:xfrm>
            <a:off x="5246246" y="3384750"/>
            <a:ext cx="2306400" cy="522000"/>
          </a:xfrm>
          <a:prstGeom prst="rect">
            <a:avLst/>
          </a:prstGeom>
          <a:solidFill>
            <a:schemeClr val="dk2"/>
          </a:solidFill>
        </p:spPr>
        <p:txBody>
          <a:bodyPr anchorCtr="0" anchor="b" bIns="91425" lIns="91425" spcFirstLastPara="1" rIns="91425" wrap="square" tIns="91425">
            <a:noAutofit/>
          </a:bodyPr>
          <a:lstStyle>
            <a:lvl1pPr lvl="0" rtl="0" algn="ctr">
              <a:lnSpc>
                <a:spcPct val="100000"/>
              </a:lnSpc>
              <a:spcBef>
                <a:spcPts val="0"/>
              </a:spcBef>
              <a:spcAft>
                <a:spcPts val="0"/>
              </a:spcAft>
              <a:buSzPts val="2500"/>
              <a:buFont typeface="Bebas Neue"/>
              <a:buNone/>
              <a:defRPr b="1" sz="2000">
                <a:latin typeface="Montserrat"/>
                <a:ea typeface="Montserrat"/>
                <a:cs typeface="Montserrat"/>
                <a:sym typeface="Montserrat"/>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274" name="Google Shape;274;p22"/>
          <p:cNvSpPr txBox="1"/>
          <p:nvPr>
            <p:ph idx="3" type="subTitle"/>
          </p:nvPr>
        </p:nvSpPr>
        <p:spPr>
          <a:xfrm>
            <a:off x="1591380" y="4035800"/>
            <a:ext cx="230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75" name="Google Shape;275;p22"/>
          <p:cNvSpPr txBox="1"/>
          <p:nvPr>
            <p:ph idx="4" type="subTitle"/>
          </p:nvPr>
        </p:nvSpPr>
        <p:spPr>
          <a:xfrm>
            <a:off x="5246246" y="4035800"/>
            <a:ext cx="230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76" name="Google Shape;276;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7" name="Google Shape;277;p22"/>
          <p:cNvSpPr/>
          <p:nvPr/>
        </p:nvSpPr>
        <p:spPr>
          <a:xfrm rot="5400000">
            <a:off x="-2217025" y="2217000"/>
            <a:ext cx="5162400" cy="728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8" name="Google Shape;278;p22"/>
          <p:cNvGrpSpPr/>
          <p:nvPr/>
        </p:nvGrpSpPr>
        <p:grpSpPr>
          <a:xfrm>
            <a:off x="274222" y="4718425"/>
            <a:ext cx="881740" cy="198600"/>
            <a:chOff x="274222" y="4718425"/>
            <a:chExt cx="881740" cy="198600"/>
          </a:xfrm>
        </p:grpSpPr>
        <p:sp>
          <p:nvSpPr>
            <p:cNvPr id="279" name="Google Shape;279;p22"/>
            <p:cNvSpPr/>
            <p:nvPr/>
          </p:nvSpPr>
          <p:spPr>
            <a:xfrm flipH="1">
              <a:off x="956763"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2"/>
            <p:cNvSpPr/>
            <p:nvPr/>
          </p:nvSpPr>
          <p:spPr>
            <a:xfrm flipH="1">
              <a:off x="615493"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2"/>
            <p:cNvSpPr/>
            <p:nvPr/>
          </p:nvSpPr>
          <p:spPr>
            <a:xfrm flipH="1">
              <a:off x="274222"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 name="Google Shape;282;p22"/>
          <p:cNvGrpSpPr/>
          <p:nvPr/>
        </p:nvGrpSpPr>
        <p:grpSpPr>
          <a:xfrm>
            <a:off x="8279431" y="226508"/>
            <a:ext cx="620486" cy="404336"/>
            <a:chOff x="8212756" y="332833"/>
            <a:chExt cx="620486" cy="404336"/>
          </a:xfrm>
        </p:grpSpPr>
        <p:grpSp>
          <p:nvGrpSpPr>
            <p:cNvPr id="283" name="Google Shape;283;p22"/>
            <p:cNvGrpSpPr/>
            <p:nvPr/>
          </p:nvGrpSpPr>
          <p:grpSpPr>
            <a:xfrm rot="2700000">
              <a:off x="8271970" y="392047"/>
              <a:ext cx="285909" cy="285909"/>
              <a:chOff x="6691603" y="665569"/>
              <a:chExt cx="891000" cy="891000"/>
            </a:xfrm>
          </p:grpSpPr>
          <p:sp>
            <p:nvSpPr>
              <p:cNvPr id="284" name="Google Shape;284;p22"/>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2"/>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 name="Google Shape;286;p22"/>
            <p:cNvGrpSpPr/>
            <p:nvPr/>
          </p:nvGrpSpPr>
          <p:grpSpPr>
            <a:xfrm rot="2700000">
              <a:off x="8488120" y="392047"/>
              <a:ext cx="285909" cy="285909"/>
              <a:chOff x="6691603" y="665569"/>
              <a:chExt cx="891000" cy="891000"/>
            </a:xfrm>
          </p:grpSpPr>
          <p:sp>
            <p:nvSpPr>
              <p:cNvPr id="287" name="Google Shape;287;p22"/>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2"/>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289" name="Shape 289"/>
        <p:cNvGrpSpPr/>
        <p:nvPr/>
      </p:nvGrpSpPr>
      <p:grpSpPr>
        <a:xfrm>
          <a:off x="0" y="0"/>
          <a:ext cx="0" cy="0"/>
          <a:chOff x="0" y="0"/>
          <a:chExt cx="0" cy="0"/>
        </a:xfrm>
      </p:grpSpPr>
      <p:sp>
        <p:nvSpPr>
          <p:cNvPr id="290" name="Google Shape;290;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1" name="Google Shape;291;p23"/>
          <p:cNvSpPr txBox="1"/>
          <p:nvPr>
            <p:ph idx="1" type="subTitle"/>
          </p:nvPr>
        </p:nvSpPr>
        <p:spPr>
          <a:xfrm>
            <a:off x="720066" y="1572825"/>
            <a:ext cx="2447400" cy="7791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b="1" sz="20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92" name="Google Shape;292;p23"/>
          <p:cNvSpPr txBox="1"/>
          <p:nvPr>
            <p:ph idx="2" type="subTitle"/>
          </p:nvPr>
        </p:nvSpPr>
        <p:spPr>
          <a:xfrm>
            <a:off x="720066" y="2388199"/>
            <a:ext cx="2447400" cy="892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3" name="Google Shape;293;p23"/>
          <p:cNvSpPr txBox="1"/>
          <p:nvPr>
            <p:ph idx="3" type="subTitle"/>
          </p:nvPr>
        </p:nvSpPr>
        <p:spPr>
          <a:xfrm>
            <a:off x="3348300" y="2388199"/>
            <a:ext cx="2447400" cy="892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4" name="Google Shape;294;p23"/>
          <p:cNvSpPr txBox="1"/>
          <p:nvPr>
            <p:ph idx="4" type="subTitle"/>
          </p:nvPr>
        </p:nvSpPr>
        <p:spPr>
          <a:xfrm>
            <a:off x="5976534" y="2388199"/>
            <a:ext cx="2447400" cy="892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5" name="Google Shape;295;p23"/>
          <p:cNvSpPr txBox="1"/>
          <p:nvPr>
            <p:ph idx="5" type="subTitle"/>
          </p:nvPr>
        </p:nvSpPr>
        <p:spPr>
          <a:xfrm>
            <a:off x="3348300" y="1572825"/>
            <a:ext cx="2447400" cy="7791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b="1" sz="20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96" name="Google Shape;296;p23"/>
          <p:cNvSpPr txBox="1"/>
          <p:nvPr>
            <p:ph idx="6" type="subTitle"/>
          </p:nvPr>
        </p:nvSpPr>
        <p:spPr>
          <a:xfrm>
            <a:off x="5976534" y="1572825"/>
            <a:ext cx="2447400" cy="7791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b="1" sz="20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97" name="Google Shape;297;p23"/>
          <p:cNvSpPr/>
          <p:nvPr/>
        </p:nvSpPr>
        <p:spPr>
          <a:xfrm flipH="1">
            <a:off x="-361125" y="3152950"/>
            <a:ext cx="720000" cy="199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3"/>
          <p:cNvSpPr/>
          <p:nvPr/>
        </p:nvSpPr>
        <p:spPr>
          <a:xfrm flipH="1">
            <a:off x="8785125" y="1248550"/>
            <a:ext cx="720000" cy="1904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 name="Google Shape;299;p23"/>
          <p:cNvGrpSpPr/>
          <p:nvPr/>
        </p:nvGrpSpPr>
        <p:grpSpPr>
          <a:xfrm flipH="1">
            <a:off x="244083" y="225233"/>
            <a:ext cx="620486" cy="404336"/>
            <a:chOff x="8212756" y="332833"/>
            <a:chExt cx="620486" cy="404336"/>
          </a:xfrm>
        </p:grpSpPr>
        <p:grpSp>
          <p:nvGrpSpPr>
            <p:cNvPr id="300" name="Google Shape;300;p23"/>
            <p:cNvGrpSpPr/>
            <p:nvPr/>
          </p:nvGrpSpPr>
          <p:grpSpPr>
            <a:xfrm rot="2700000">
              <a:off x="8271970" y="392047"/>
              <a:ext cx="285909" cy="285909"/>
              <a:chOff x="6691603" y="665569"/>
              <a:chExt cx="891000" cy="891000"/>
            </a:xfrm>
          </p:grpSpPr>
          <p:sp>
            <p:nvSpPr>
              <p:cNvPr id="301" name="Google Shape;301;p23"/>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3"/>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 name="Google Shape;303;p23"/>
            <p:cNvGrpSpPr/>
            <p:nvPr/>
          </p:nvGrpSpPr>
          <p:grpSpPr>
            <a:xfrm rot="2700000">
              <a:off x="8488120" y="392047"/>
              <a:ext cx="285909" cy="285909"/>
              <a:chOff x="6691603" y="665569"/>
              <a:chExt cx="891000" cy="891000"/>
            </a:xfrm>
          </p:grpSpPr>
          <p:sp>
            <p:nvSpPr>
              <p:cNvPr id="304" name="Google Shape;304;p23"/>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3"/>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6" name="Google Shape;306;p23"/>
          <p:cNvGrpSpPr/>
          <p:nvPr/>
        </p:nvGrpSpPr>
        <p:grpSpPr>
          <a:xfrm>
            <a:off x="8281133" y="225233"/>
            <a:ext cx="620486" cy="404336"/>
            <a:chOff x="8212756" y="332833"/>
            <a:chExt cx="620486" cy="404336"/>
          </a:xfrm>
        </p:grpSpPr>
        <p:grpSp>
          <p:nvGrpSpPr>
            <p:cNvPr id="307" name="Google Shape;307;p23"/>
            <p:cNvGrpSpPr/>
            <p:nvPr/>
          </p:nvGrpSpPr>
          <p:grpSpPr>
            <a:xfrm rot="2700000">
              <a:off x="8271970" y="392047"/>
              <a:ext cx="285909" cy="285909"/>
              <a:chOff x="6691603" y="665569"/>
              <a:chExt cx="891000" cy="891000"/>
            </a:xfrm>
          </p:grpSpPr>
          <p:sp>
            <p:nvSpPr>
              <p:cNvPr id="308" name="Google Shape;308;p23"/>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3"/>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 name="Google Shape;310;p23"/>
            <p:cNvGrpSpPr/>
            <p:nvPr/>
          </p:nvGrpSpPr>
          <p:grpSpPr>
            <a:xfrm rot="2700000">
              <a:off x="8488120" y="392047"/>
              <a:ext cx="285909" cy="285909"/>
              <a:chOff x="6691603" y="665569"/>
              <a:chExt cx="891000" cy="891000"/>
            </a:xfrm>
          </p:grpSpPr>
          <p:sp>
            <p:nvSpPr>
              <p:cNvPr id="311" name="Google Shape;311;p23"/>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3"/>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313" name="Shape 313"/>
        <p:cNvGrpSpPr/>
        <p:nvPr/>
      </p:nvGrpSpPr>
      <p:grpSpPr>
        <a:xfrm>
          <a:off x="0" y="0"/>
          <a:ext cx="0" cy="0"/>
          <a:chOff x="0" y="0"/>
          <a:chExt cx="0" cy="0"/>
        </a:xfrm>
      </p:grpSpPr>
      <p:grpSp>
        <p:nvGrpSpPr>
          <p:cNvPr id="314" name="Google Shape;314;p24"/>
          <p:cNvGrpSpPr/>
          <p:nvPr/>
        </p:nvGrpSpPr>
        <p:grpSpPr>
          <a:xfrm flipH="1" rot="10800000">
            <a:off x="8456141" y="4479374"/>
            <a:ext cx="437659" cy="437659"/>
            <a:chOff x="6691603" y="665569"/>
            <a:chExt cx="891000" cy="891000"/>
          </a:xfrm>
        </p:grpSpPr>
        <p:sp>
          <p:nvSpPr>
            <p:cNvPr id="315" name="Google Shape;315;p24"/>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4"/>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 name="Google Shape;317;p24"/>
          <p:cNvGrpSpPr/>
          <p:nvPr/>
        </p:nvGrpSpPr>
        <p:grpSpPr>
          <a:xfrm>
            <a:off x="8456141" y="226491"/>
            <a:ext cx="437659" cy="437659"/>
            <a:chOff x="6691603" y="665569"/>
            <a:chExt cx="891000" cy="891000"/>
          </a:xfrm>
        </p:grpSpPr>
        <p:sp>
          <p:nvSpPr>
            <p:cNvPr id="318" name="Google Shape;318;p24"/>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4"/>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 name="Google Shape;320;p24"/>
          <p:cNvSpPr txBox="1"/>
          <p:nvPr>
            <p:ph idx="1" type="subTitle"/>
          </p:nvPr>
        </p:nvSpPr>
        <p:spPr>
          <a:xfrm>
            <a:off x="721549" y="1763164"/>
            <a:ext cx="2290500" cy="572700"/>
          </a:xfrm>
          <a:prstGeom prst="rect">
            <a:avLst/>
          </a:prstGeom>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rgbClr val="FF0000"/>
              </a:buClr>
              <a:buSzPts val="2400"/>
              <a:buFont typeface="Bebas Neue"/>
              <a:buNone/>
              <a:defRPr b="1" sz="2000">
                <a:latin typeface="Montserrat"/>
                <a:ea typeface="Montserrat"/>
                <a:cs typeface="Montserrat"/>
                <a:sym typeface="Montserrat"/>
              </a:defRPr>
            </a:lvl1pPr>
            <a:lvl2pPr lvl="1"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2pPr>
            <a:lvl3pPr lvl="2"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3pPr>
            <a:lvl4pPr lvl="3"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4pPr>
            <a:lvl5pPr lvl="4"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5pPr>
            <a:lvl6pPr lvl="5"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6pPr>
            <a:lvl7pPr lvl="6"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7pPr>
            <a:lvl8pPr lvl="7"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8pPr>
            <a:lvl9pPr lvl="8"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9pPr>
          </a:lstStyle>
          <a:p/>
        </p:txBody>
      </p:sp>
      <p:sp>
        <p:nvSpPr>
          <p:cNvPr id="321" name="Google Shape;321;p24"/>
          <p:cNvSpPr txBox="1"/>
          <p:nvPr>
            <p:ph idx="2" type="subTitle"/>
          </p:nvPr>
        </p:nvSpPr>
        <p:spPr>
          <a:xfrm>
            <a:off x="721549" y="3227515"/>
            <a:ext cx="2290500" cy="572700"/>
          </a:xfrm>
          <a:prstGeom prst="rect">
            <a:avLst/>
          </a:prstGeom>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rgbClr val="FF0000"/>
              </a:buClr>
              <a:buSzPts val="2400"/>
              <a:buFont typeface="Bebas Neue"/>
              <a:buNone/>
              <a:defRPr b="1" sz="2000">
                <a:latin typeface="Montserrat"/>
                <a:ea typeface="Montserrat"/>
                <a:cs typeface="Montserrat"/>
                <a:sym typeface="Montserrat"/>
              </a:defRPr>
            </a:lvl1pPr>
            <a:lvl2pPr lvl="1"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2pPr>
            <a:lvl3pPr lvl="2"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3pPr>
            <a:lvl4pPr lvl="3"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4pPr>
            <a:lvl5pPr lvl="4"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5pPr>
            <a:lvl6pPr lvl="5"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6pPr>
            <a:lvl7pPr lvl="6"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7pPr>
            <a:lvl8pPr lvl="7"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8pPr>
            <a:lvl9pPr lvl="8"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9pPr>
          </a:lstStyle>
          <a:p/>
        </p:txBody>
      </p:sp>
      <p:sp>
        <p:nvSpPr>
          <p:cNvPr id="322" name="Google Shape;322;p24"/>
          <p:cNvSpPr txBox="1"/>
          <p:nvPr>
            <p:ph idx="3" type="subTitle"/>
          </p:nvPr>
        </p:nvSpPr>
        <p:spPr>
          <a:xfrm>
            <a:off x="6131951" y="1763164"/>
            <a:ext cx="2290500" cy="572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rgbClr val="FF0000"/>
              </a:buClr>
              <a:buSzPts val="2400"/>
              <a:buFont typeface="Bebas Neue"/>
              <a:buNone/>
              <a:defRPr b="1" sz="2000">
                <a:latin typeface="Montserrat"/>
                <a:ea typeface="Montserrat"/>
                <a:cs typeface="Montserrat"/>
                <a:sym typeface="Montserrat"/>
              </a:defRPr>
            </a:lvl1pPr>
            <a:lvl2pPr lvl="1"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2pPr>
            <a:lvl3pPr lvl="2"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3pPr>
            <a:lvl4pPr lvl="3"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4pPr>
            <a:lvl5pPr lvl="4"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5pPr>
            <a:lvl6pPr lvl="5"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6pPr>
            <a:lvl7pPr lvl="6"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7pPr>
            <a:lvl8pPr lvl="7"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8pPr>
            <a:lvl9pPr lvl="8"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9pPr>
          </a:lstStyle>
          <a:p/>
        </p:txBody>
      </p:sp>
      <p:sp>
        <p:nvSpPr>
          <p:cNvPr id="323" name="Google Shape;323;p24"/>
          <p:cNvSpPr txBox="1"/>
          <p:nvPr>
            <p:ph idx="4" type="subTitle"/>
          </p:nvPr>
        </p:nvSpPr>
        <p:spPr>
          <a:xfrm>
            <a:off x="6131951" y="3227514"/>
            <a:ext cx="2290500" cy="572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rgbClr val="FF0000"/>
              </a:buClr>
              <a:buSzPts val="2400"/>
              <a:buFont typeface="Bebas Neue"/>
              <a:buNone/>
              <a:defRPr b="1" sz="2000">
                <a:latin typeface="Montserrat"/>
                <a:ea typeface="Montserrat"/>
                <a:cs typeface="Montserrat"/>
                <a:sym typeface="Montserrat"/>
              </a:defRPr>
            </a:lvl1pPr>
            <a:lvl2pPr lvl="1"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2pPr>
            <a:lvl3pPr lvl="2"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3pPr>
            <a:lvl4pPr lvl="3"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4pPr>
            <a:lvl5pPr lvl="4"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5pPr>
            <a:lvl6pPr lvl="5"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6pPr>
            <a:lvl7pPr lvl="6"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7pPr>
            <a:lvl8pPr lvl="7"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8pPr>
            <a:lvl9pPr lvl="8"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9pPr>
          </a:lstStyle>
          <a:p/>
        </p:txBody>
      </p:sp>
      <p:sp>
        <p:nvSpPr>
          <p:cNvPr id="324" name="Google Shape;324;p24"/>
          <p:cNvSpPr txBox="1"/>
          <p:nvPr>
            <p:ph idx="5" type="subTitle"/>
          </p:nvPr>
        </p:nvSpPr>
        <p:spPr>
          <a:xfrm>
            <a:off x="721549" y="2335872"/>
            <a:ext cx="2290500" cy="484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25" name="Google Shape;325;p24"/>
          <p:cNvSpPr txBox="1"/>
          <p:nvPr>
            <p:ph idx="6" type="subTitle"/>
          </p:nvPr>
        </p:nvSpPr>
        <p:spPr>
          <a:xfrm>
            <a:off x="6131951" y="2335872"/>
            <a:ext cx="2290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26" name="Google Shape;326;p24"/>
          <p:cNvSpPr txBox="1"/>
          <p:nvPr>
            <p:ph idx="7" type="subTitle"/>
          </p:nvPr>
        </p:nvSpPr>
        <p:spPr>
          <a:xfrm>
            <a:off x="721549" y="3800222"/>
            <a:ext cx="2290500" cy="484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27" name="Google Shape;327;p24"/>
          <p:cNvSpPr txBox="1"/>
          <p:nvPr>
            <p:ph idx="8" type="subTitle"/>
          </p:nvPr>
        </p:nvSpPr>
        <p:spPr>
          <a:xfrm>
            <a:off x="6131951" y="3800222"/>
            <a:ext cx="2290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28" name="Google Shape;328;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29" name="Google Shape;329;p24"/>
          <p:cNvSpPr/>
          <p:nvPr/>
        </p:nvSpPr>
        <p:spPr>
          <a:xfrm>
            <a:off x="-361125" y="535000"/>
            <a:ext cx="720000" cy="4073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30" name="Shape 330"/>
        <p:cNvGrpSpPr/>
        <p:nvPr/>
      </p:nvGrpSpPr>
      <p:grpSpPr>
        <a:xfrm>
          <a:off x="0" y="0"/>
          <a:ext cx="0" cy="0"/>
          <a:chOff x="0" y="0"/>
          <a:chExt cx="0" cy="0"/>
        </a:xfrm>
      </p:grpSpPr>
      <p:sp>
        <p:nvSpPr>
          <p:cNvPr id="331" name="Google Shape;331;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2" name="Google Shape;332;p25"/>
          <p:cNvSpPr txBox="1"/>
          <p:nvPr>
            <p:ph idx="1" type="subTitle"/>
          </p:nvPr>
        </p:nvSpPr>
        <p:spPr>
          <a:xfrm>
            <a:off x="1542900" y="1776133"/>
            <a:ext cx="28191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33" name="Google Shape;333;p25"/>
          <p:cNvSpPr txBox="1"/>
          <p:nvPr>
            <p:ph idx="2" type="subTitle"/>
          </p:nvPr>
        </p:nvSpPr>
        <p:spPr>
          <a:xfrm>
            <a:off x="1542900" y="2881054"/>
            <a:ext cx="28191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34" name="Google Shape;334;p25"/>
          <p:cNvSpPr txBox="1"/>
          <p:nvPr>
            <p:ph idx="3" type="subTitle"/>
          </p:nvPr>
        </p:nvSpPr>
        <p:spPr>
          <a:xfrm>
            <a:off x="1542900" y="3985975"/>
            <a:ext cx="28191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35" name="Google Shape;335;p25"/>
          <p:cNvSpPr txBox="1"/>
          <p:nvPr>
            <p:ph idx="4" type="subTitle"/>
          </p:nvPr>
        </p:nvSpPr>
        <p:spPr>
          <a:xfrm>
            <a:off x="5604900" y="1776126"/>
            <a:ext cx="28191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36" name="Google Shape;336;p25"/>
          <p:cNvSpPr txBox="1"/>
          <p:nvPr>
            <p:ph idx="5" type="subTitle"/>
          </p:nvPr>
        </p:nvSpPr>
        <p:spPr>
          <a:xfrm>
            <a:off x="5604900" y="2881050"/>
            <a:ext cx="28191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37" name="Google Shape;337;p25"/>
          <p:cNvSpPr txBox="1"/>
          <p:nvPr>
            <p:ph idx="6" type="subTitle"/>
          </p:nvPr>
        </p:nvSpPr>
        <p:spPr>
          <a:xfrm>
            <a:off x="5604900" y="3985975"/>
            <a:ext cx="28191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38" name="Google Shape;338;p25"/>
          <p:cNvSpPr txBox="1"/>
          <p:nvPr>
            <p:ph idx="7" type="subTitle"/>
          </p:nvPr>
        </p:nvSpPr>
        <p:spPr>
          <a:xfrm>
            <a:off x="1542900" y="1375350"/>
            <a:ext cx="2819100" cy="5385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39" name="Google Shape;339;p25"/>
          <p:cNvSpPr txBox="1"/>
          <p:nvPr>
            <p:ph idx="8" type="subTitle"/>
          </p:nvPr>
        </p:nvSpPr>
        <p:spPr>
          <a:xfrm>
            <a:off x="1542900" y="2480271"/>
            <a:ext cx="2819100" cy="5385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40" name="Google Shape;340;p25"/>
          <p:cNvSpPr txBox="1"/>
          <p:nvPr>
            <p:ph idx="9" type="subTitle"/>
          </p:nvPr>
        </p:nvSpPr>
        <p:spPr>
          <a:xfrm>
            <a:off x="1542900" y="3585192"/>
            <a:ext cx="2819100" cy="5385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41" name="Google Shape;341;p25"/>
          <p:cNvSpPr txBox="1"/>
          <p:nvPr>
            <p:ph idx="13" type="subTitle"/>
          </p:nvPr>
        </p:nvSpPr>
        <p:spPr>
          <a:xfrm>
            <a:off x="5604900" y="1375350"/>
            <a:ext cx="2819100" cy="5385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42" name="Google Shape;342;p25"/>
          <p:cNvSpPr txBox="1"/>
          <p:nvPr>
            <p:ph idx="14" type="subTitle"/>
          </p:nvPr>
        </p:nvSpPr>
        <p:spPr>
          <a:xfrm>
            <a:off x="5604900" y="2480275"/>
            <a:ext cx="2819100" cy="5385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43" name="Google Shape;343;p25"/>
          <p:cNvSpPr txBox="1"/>
          <p:nvPr>
            <p:ph idx="15" type="subTitle"/>
          </p:nvPr>
        </p:nvSpPr>
        <p:spPr>
          <a:xfrm>
            <a:off x="5604900" y="3585199"/>
            <a:ext cx="2819100" cy="5385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latin typeface="Montserrat"/>
                <a:ea typeface="Montserrat"/>
                <a:cs typeface="Montserrat"/>
                <a:sym typeface="Montserrat"/>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44" name="Google Shape;344;p25"/>
          <p:cNvSpPr/>
          <p:nvPr/>
        </p:nvSpPr>
        <p:spPr>
          <a:xfrm flipH="1" rot="-5400000">
            <a:off x="6198592" y="2217000"/>
            <a:ext cx="5162400" cy="728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5" name="Google Shape;345;p25"/>
          <p:cNvGrpSpPr/>
          <p:nvPr/>
        </p:nvGrpSpPr>
        <p:grpSpPr>
          <a:xfrm flipH="1">
            <a:off x="7988004" y="4718425"/>
            <a:ext cx="881740" cy="198600"/>
            <a:chOff x="274222" y="4718425"/>
            <a:chExt cx="881740" cy="198600"/>
          </a:xfrm>
        </p:grpSpPr>
        <p:sp>
          <p:nvSpPr>
            <p:cNvPr id="346" name="Google Shape;346;p25"/>
            <p:cNvSpPr/>
            <p:nvPr/>
          </p:nvSpPr>
          <p:spPr>
            <a:xfrm flipH="1">
              <a:off x="956763"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5"/>
            <p:cNvSpPr/>
            <p:nvPr/>
          </p:nvSpPr>
          <p:spPr>
            <a:xfrm flipH="1">
              <a:off x="615493"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5"/>
            <p:cNvSpPr/>
            <p:nvPr/>
          </p:nvSpPr>
          <p:spPr>
            <a:xfrm flipH="1">
              <a:off x="274222"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9" name="Google Shape;349;p25"/>
          <p:cNvGrpSpPr/>
          <p:nvPr/>
        </p:nvGrpSpPr>
        <p:grpSpPr>
          <a:xfrm flipH="1">
            <a:off x="244050" y="226508"/>
            <a:ext cx="620486" cy="404336"/>
            <a:chOff x="8212756" y="332833"/>
            <a:chExt cx="620486" cy="404336"/>
          </a:xfrm>
        </p:grpSpPr>
        <p:grpSp>
          <p:nvGrpSpPr>
            <p:cNvPr id="350" name="Google Shape;350;p25"/>
            <p:cNvGrpSpPr/>
            <p:nvPr/>
          </p:nvGrpSpPr>
          <p:grpSpPr>
            <a:xfrm rot="2700000">
              <a:off x="8271970" y="392047"/>
              <a:ext cx="285909" cy="285909"/>
              <a:chOff x="6691603" y="665569"/>
              <a:chExt cx="891000" cy="891000"/>
            </a:xfrm>
          </p:grpSpPr>
          <p:sp>
            <p:nvSpPr>
              <p:cNvPr id="351" name="Google Shape;351;p25"/>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5"/>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 name="Google Shape;353;p25"/>
            <p:cNvGrpSpPr/>
            <p:nvPr/>
          </p:nvGrpSpPr>
          <p:grpSpPr>
            <a:xfrm rot="2700000">
              <a:off x="8488120" y="392047"/>
              <a:ext cx="285909" cy="285909"/>
              <a:chOff x="6691603" y="665569"/>
              <a:chExt cx="891000" cy="891000"/>
            </a:xfrm>
          </p:grpSpPr>
          <p:sp>
            <p:nvSpPr>
              <p:cNvPr id="354" name="Google Shape;354;p25"/>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5"/>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356" name="Shape 356"/>
        <p:cNvGrpSpPr/>
        <p:nvPr/>
      </p:nvGrpSpPr>
      <p:grpSpPr>
        <a:xfrm>
          <a:off x="0" y="0"/>
          <a:ext cx="0" cy="0"/>
          <a:chOff x="0" y="0"/>
          <a:chExt cx="0" cy="0"/>
        </a:xfrm>
      </p:grpSpPr>
      <p:sp>
        <p:nvSpPr>
          <p:cNvPr id="357" name="Google Shape;357;p26"/>
          <p:cNvSpPr txBox="1"/>
          <p:nvPr>
            <p:ph hasCustomPrompt="1" type="title"/>
          </p:nvPr>
        </p:nvSpPr>
        <p:spPr>
          <a:xfrm>
            <a:off x="825375" y="1363550"/>
            <a:ext cx="1707900" cy="5274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Clr>
                <a:schemeClr val="accent5"/>
              </a:buClr>
              <a:buSzPts val="3500"/>
              <a:buNone/>
              <a:defRPr sz="30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358" name="Google Shape;358;p26"/>
          <p:cNvSpPr txBox="1"/>
          <p:nvPr>
            <p:ph hasCustomPrompt="1" idx="2" type="title"/>
          </p:nvPr>
        </p:nvSpPr>
        <p:spPr>
          <a:xfrm>
            <a:off x="6610725" y="1363550"/>
            <a:ext cx="1707900" cy="5274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Clr>
                <a:schemeClr val="accent4"/>
              </a:buClr>
              <a:buSzPts val="3500"/>
              <a:buNone/>
              <a:defRPr sz="3000"/>
            </a:lvl1pPr>
            <a:lvl2pPr lvl="1" rtl="0">
              <a:spcBef>
                <a:spcPts val="0"/>
              </a:spcBef>
              <a:spcAft>
                <a:spcPts val="0"/>
              </a:spcAft>
              <a:buClr>
                <a:schemeClr val="accent4"/>
              </a:buClr>
              <a:buSzPts val="3200"/>
              <a:buNone/>
              <a:defRPr sz="3200">
                <a:solidFill>
                  <a:schemeClr val="accent4"/>
                </a:solidFill>
              </a:defRPr>
            </a:lvl2pPr>
            <a:lvl3pPr lvl="2" rtl="0">
              <a:spcBef>
                <a:spcPts val="0"/>
              </a:spcBef>
              <a:spcAft>
                <a:spcPts val="0"/>
              </a:spcAft>
              <a:buClr>
                <a:schemeClr val="accent4"/>
              </a:buClr>
              <a:buSzPts val="3200"/>
              <a:buNone/>
              <a:defRPr sz="3200">
                <a:solidFill>
                  <a:schemeClr val="accent4"/>
                </a:solidFill>
              </a:defRPr>
            </a:lvl3pPr>
            <a:lvl4pPr lvl="3" rtl="0">
              <a:spcBef>
                <a:spcPts val="0"/>
              </a:spcBef>
              <a:spcAft>
                <a:spcPts val="0"/>
              </a:spcAft>
              <a:buClr>
                <a:schemeClr val="accent4"/>
              </a:buClr>
              <a:buSzPts val="3200"/>
              <a:buNone/>
              <a:defRPr sz="3200">
                <a:solidFill>
                  <a:schemeClr val="accent4"/>
                </a:solidFill>
              </a:defRPr>
            </a:lvl4pPr>
            <a:lvl5pPr lvl="4" rtl="0">
              <a:spcBef>
                <a:spcPts val="0"/>
              </a:spcBef>
              <a:spcAft>
                <a:spcPts val="0"/>
              </a:spcAft>
              <a:buClr>
                <a:schemeClr val="accent4"/>
              </a:buClr>
              <a:buSzPts val="3200"/>
              <a:buNone/>
              <a:defRPr sz="3200">
                <a:solidFill>
                  <a:schemeClr val="accent4"/>
                </a:solidFill>
              </a:defRPr>
            </a:lvl5pPr>
            <a:lvl6pPr lvl="5" rtl="0">
              <a:spcBef>
                <a:spcPts val="0"/>
              </a:spcBef>
              <a:spcAft>
                <a:spcPts val="0"/>
              </a:spcAft>
              <a:buClr>
                <a:schemeClr val="accent4"/>
              </a:buClr>
              <a:buSzPts val="3200"/>
              <a:buNone/>
              <a:defRPr sz="3200">
                <a:solidFill>
                  <a:schemeClr val="accent4"/>
                </a:solidFill>
              </a:defRPr>
            </a:lvl6pPr>
            <a:lvl7pPr lvl="6" rtl="0">
              <a:spcBef>
                <a:spcPts val="0"/>
              </a:spcBef>
              <a:spcAft>
                <a:spcPts val="0"/>
              </a:spcAft>
              <a:buClr>
                <a:schemeClr val="accent4"/>
              </a:buClr>
              <a:buSzPts val="3200"/>
              <a:buNone/>
              <a:defRPr sz="3200">
                <a:solidFill>
                  <a:schemeClr val="accent4"/>
                </a:solidFill>
              </a:defRPr>
            </a:lvl7pPr>
            <a:lvl8pPr lvl="7" rtl="0">
              <a:spcBef>
                <a:spcPts val="0"/>
              </a:spcBef>
              <a:spcAft>
                <a:spcPts val="0"/>
              </a:spcAft>
              <a:buClr>
                <a:schemeClr val="accent4"/>
              </a:buClr>
              <a:buSzPts val="3200"/>
              <a:buNone/>
              <a:defRPr sz="3200">
                <a:solidFill>
                  <a:schemeClr val="accent4"/>
                </a:solidFill>
              </a:defRPr>
            </a:lvl8pPr>
            <a:lvl9pPr lvl="8" rtl="0">
              <a:spcBef>
                <a:spcPts val="0"/>
              </a:spcBef>
              <a:spcAft>
                <a:spcPts val="0"/>
              </a:spcAft>
              <a:buClr>
                <a:schemeClr val="accent4"/>
              </a:buClr>
              <a:buSzPts val="3200"/>
              <a:buNone/>
              <a:defRPr sz="3200">
                <a:solidFill>
                  <a:schemeClr val="accent4"/>
                </a:solidFill>
              </a:defRPr>
            </a:lvl9pPr>
          </a:lstStyle>
          <a:p>
            <a:r>
              <a:t>xx%</a:t>
            </a:r>
          </a:p>
        </p:txBody>
      </p:sp>
      <p:sp>
        <p:nvSpPr>
          <p:cNvPr id="359" name="Google Shape;359;p26"/>
          <p:cNvSpPr txBox="1"/>
          <p:nvPr>
            <p:ph idx="1" type="subTitle"/>
          </p:nvPr>
        </p:nvSpPr>
        <p:spPr>
          <a:xfrm flipH="1">
            <a:off x="825375" y="3569301"/>
            <a:ext cx="1707900" cy="466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None/>
              <a:defRPr b="1" sz="2000">
                <a:latin typeface="Montserrat"/>
                <a:ea typeface="Montserrat"/>
                <a:cs typeface="Montserrat"/>
                <a:sym typeface="Montserrat"/>
              </a:defRPr>
            </a:lvl1pPr>
            <a:lvl2pPr lvl="1" rtl="0" algn="ctr">
              <a:lnSpc>
                <a:spcPct val="100000"/>
              </a:lnSpc>
              <a:spcBef>
                <a:spcPts val="0"/>
              </a:spcBef>
              <a:spcAft>
                <a:spcPts val="0"/>
              </a:spcAft>
              <a:buNone/>
              <a:defRPr b="1" sz="2000">
                <a:latin typeface="Montserrat"/>
                <a:ea typeface="Montserrat"/>
                <a:cs typeface="Montserrat"/>
                <a:sym typeface="Montserrat"/>
              </a:defRPr>
            </a:lvl2pPr>
            <a:lvl3pPr lvl="2" rtl="0" algn="ctr">
              <a:lnSpc>
                <a:spcPct val="100000"/>
              </a:lnSpc>
              <a:spcBef>
                <a:spcPts val="0"/>
              </a:spcBef>
              <a:spcAft>
                <a:spcPts val="0"/>
              </a:spcAft>
              <a:buNone/>
              <a:defRPr b="1" sz="2000">
                <a:latin typeface="Montserrat"/>
                <a:ea typeface="Montserrat"/>
                <a:cs typeface="Montserrat"/>
                <a:sym typeface="Montserrat"/>
              </a:defRPr>
            </a:lvl3pPr>
            <a:lvl4pPr lvl="3" rtl="0" algn="ctr">
              <a:lnSpc>
                <a:spcPct val="100000"/>
              </a:lnSpc>
              <a:spcBef>
                <a:spcPts val="0"/>
              </a:spcBef>
              <a:spcAft>
                <a:spcPts val="0"/>
              </a:spcAft>
              <a:buNone/>
              <a:defRPr b="1" sz="2000">
                <a:latin typeface="Montserrat"/>
                <a:ea typeface="Montserrat"/>
                <a:cs typeface="Montserrat"/>
                <a:sym typeface="Montserrat"/>
              </a:defRPr>
            </a:lvl4pPr>
            <a:lvl5pPr lvl="4" rtl="0" algn="ctr">
              <a:lnSpc>
                <a:spcPct val="100000"/>
              </a:lnSpc>
              <a:spcBef>
                <a:spcPts val="0"/>
              </a:spcBef>
              <a:spcAft>
                <a:spcPts val="0"/>
              </a:spcAft>
              <a:buNone/>
              <a:defRPr b="1" sz="2000">
                <a:latin typeface="Montserrat"/>
                <a:ea typeface="Montserrat"/>
                <a:cs typeface="Montserrat"/>
                <a:sym typeface="Montserrat"/>
              </a:defRPr>
            </a:lvl5pPr>
            <a:lvl6pPr lvl="5" rtl="0" algn="ctr">
              <a:lnSpc>
                <a:spcPct val="100000"/>
              </a:lnSpc>
              <a:spcBef>
                <a:spcPts val="0"/>
              </a:spcBef>
              <a:spcAft>
                <a:spcPts val="0"/>
              </a:spcAft>
              <a:buNone/>
              <a:defRPr b="1" sz="2000">
                <a:latin typeface="Montserrat"/>
                <a:ea typeface="Montserrat"/>
                <a:cs typeface="Montserrat"/>
                <a:sym typeface="Montserrat"/>
              </a:defRPr>
            </a:lvl6pPr>
            <a:lvl7pPr lvl="6" rtl="0" algn="ctr">
              <a:lnSpc>
                <a:spcPct val="100000"/>
              </a:lnSpc>
              <a:spcBef>
                <a:spcPts val="0"/>
              </a:spcBef>
              <a:spcAft>
                <a:spcPts val="0"/>
              </a:spcAft>
              <a:buNone/>
              <a:defRPr b="1" sz="2000">
                <a:latin typeface="Montserrat"/>
                <a:ea typeface="Montserrat"/>
                <a:cs typeface="Montserrat"/>
                <a:sym typeface="Montserrat"/>
              </a:defRPr>
            </a:lvl7pPr>
            <a:lvl8pPr lvl="7" rtl="0" algn="ctr">
              <a:lnSpc>
                <a:spcPct val="100000"/>
              </a:lnSpc>
              <a:spcBef>
                <a:spcPts val="0"/>
              </a:spcBef>
              <a:spcAft>
                <a:spcPts val="0"/>
              </a:spcAft>
              <a:buNone/>
              <a:defRPr b="1" sz="2000">
                <a:latin typeface="Montserrat"/>
                <a:ea typeface="Montserrat"/>
                <a:cs typeface="Montserrat"/>
                <a:sym typeface="Montserrat"/>
              </a:defRPr>
            </a:lvl8pPr>
            <a:lvl9pPr lvl="8" rtl="0" algn="ctr">
              <a:lnSpc>
                <a:spcPct val="100000"/>
              </a:lnSpc>
              <a:spcBef>
                <a:spcPts val="0"/>
              </a:spcBef>
              <a:spcAft>
                <a:spcPts val="0"/>
              </a:spcAft>
              <a:buNone/>
              <a:defRPr b="1" sz="2000">
                <a:latin typeface="Montserrat"/>
                <a:ea typeface="Montserrat"/>
                <a:cs typeface="Montserrat"/>
                <a:sym typeface="Montserrat"/>
              </a:defRPr>
            </a:lvl9pPr>
          </a:lstStyle>
          <a:p/>
        </p:txBody>
      </p:sp>
      <p:sp>
        <p:nvSpPr>
          <p:cNvPr id="360" name="Google Shape;360;p26"/>
          <p:cNvSpPr txBox="1"/>
          <p:nvPr>
            <p:ph idx="3" type="subTitle"/>
          </p:nvPr>
        </p:nvSpPr>
        <p:spPr>
          <a:xfrm flipH="1">
            <a:off x="825375" y="4035801"/>
            <a:ext cx="17079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
        <p:nvSpPr>
          <p:cNvPr id="361" name="Google Shape;361;p26"/>
          <p:cNvSpPr txBox="1"/>
          <p:nvPr>
            <p:ph idx="4" type="subTitle"/>
          </p:nvPr>
        </p:nvSpPr>
        <p:spPr>
          <a:xfrm flipH="1">
            <a:off x="6610725" y="3569301"/>
            <a:ext cx="1707900" cy="466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None/>
              <a:defRPr b="1" sz="2000">
                <a:latin typeface="Montserrat"/>
                <a:ea typeface="Montserrat"/>
                <a:cs typeface="Montserrat"/>
                <a:sym typeface="Montserrat"/>
              </a:defRPr>
            </a:lvl1pPr>
            <a:lvl2pPr lvl="1" rtl="0" algn="ctr">
              <a:lnSpc>
                <a:spcPct val="100000"/>
              </a:lnSpc>
              <a:spcBef>
                <a:spcPts val="0"/>
              </a:spcBef>
              <a:spcAft>
                <a:spcPts val="0"/>
              </a:spcAft>
              <a:buNone/>
              <a:defRPr b="1" sz="2000">
                <a:latin typeface="Montserrat"/>
                <a:ea typeface="Montserrat"/>
                <a:cs typeface="Montserrat"/>
                <a:sym typeface="Montserrat"/>
              </a:defRPr>
            </a:lvl2pPr>
            <a:lvl3pPr lvl="2" rtl="0" algn="ctr">
              <a:lnSpc>
                <a:spcPct val="100000"/>
              </a:lnSpc>
              <a:spcBef>
                <a:spcPts val="0"/>
              </a:spcBef>
              <a:spcAft>
                <a:spcPts val="0"/>
              </a:spcAft>
              <a:buNone/>
              <a:defRPr b="1" sz="2000">
                <a:latin typeface="Montserrat"/>
                <a:ea typeface="Montserrat"/>
                <a:cs typeface="Montserrat"/>
                <a:sym typeface="Montserrat"/>
              </a:defRPr>
            </a:lvl3pPr>
            <a:lvl4pPr lvl="3" rtl="0" algn="ctr">
              <a:lnSpc>
                <a:spcPct val="100000"/>
              </a:lnSpc>
              <a:spcBef>
                <a:spcPts val="0"/>
              </a:spcBef>
              <a:spcAft>
                <a:spcPts val="0"/>
              </a:spcAft>
              <a:buNone/>
              <a:defRPr b="1" sz="2000">
                <a:latin typeface="Montserrat"/>
                <a:ea typeface="Montserrat"/>
                <a:cs typeface="Montserrat"/>
                <a:sym typeface="Montserrat"/>
              </a:defRPr>
            </a:lvl4pPr>
            <a:lvl5pPr lvl="4" rtl="0" algn="ctr">
              <a:lnSpc>
                <a:spcPct val="100000"/>
              </a:lnSpc>
              <a:spcBef>
                <a:spcPts val="0"/>
              </a:spcBef>
              <a:spcAft>
                <a:spcPts val="0"/>
              </a:spcAft>
              <a:buNone/>
              <a:defRPr b="1" sz="2000">
                <a:latin typeface="Montserrat"/>
                <a:ea typeface="Montserrat"/>
                <a:cs typeface="Montserrat"/>
                <a:sym typeface="Montserrat"/>
              </a:defRPr>
            </a:lvl5pPr>
            <a:lvl6pPr lvl="5" rtl="0" algn="ctr">
              <a:lnSpc>
                <a:spcPct val="100000"/>
              </a:lnSpc>
              <a:spcBef>
                <a:spcPts val="0"/>
              </a:spcBef>
              <a:spcAft>
                <a:spcPts val="0"/>
              </a:spcAft>
              <a:buNone/>
              <a:defRPr b="1" sz="2000">
                <a:latin typeface="Montserrat"/>
                <a:ea typeface="Montserrat"/>
                <a:cs typeface="Montserrat"/>
                <a:sym typeface="Montserrat"/>
              </a:defRPr>
            </a:lvl6pPr>
            <a:lvl7pPr lvl="6" rtl="0" algn="ctr">
              <a:lnSpc>
                <a:spcPct val="100000"/>
              </a:lnSpc>
              <a:spcBef>
                <a:spcPts val="0"/>
              </a:spcBef>
              <a:spcAft>
                <a:spcPts val="0"/>
              </a:spcAft>
              <a:buNone/>
              <a:defRPr b="1" sz="2000">
                <a:latin typeface="Montserrat"/>
                <a:ea typeface="Montserrat"/>
                <a:cs typeface="Montserrat"/>
                <a:sym typeface="Montserrat"/>
              </a:defRPr>
            </a:lvl7pPr>
            <a:lvl8pPr lvl="7" rtl="0" algn="ctr">
              <a:lnSpc>
                <a:spcPct val="100000"/>
              </a:lnSpc>
              <a:spcBef>
                <a:spcPts val="0"/>
              </a:spcBef>
              <a:spcAft>
                <a:spcPts val="0"/>
              </a:spcAft>
              <a:buNone/>
              <a:defRPr b="1" sz="2000">
                <a:latin typeface="Montserrat"/>
                <a:ea typeface="Montserrat"/>
                <a:cs typeface="Montserrat"/>
                <a:sym typeface="Montserrat"/>
              </a:defRPr>
            </a:lvl8pPr>
            <a:lvl9pPr lvl="8" rtl="0" algn="ctr">
              <a:lnSpc>
                <a:spcPct val="100000"/>
              </a:lnSpc>
              <a:spcBef>
                <a:spcPts val="0"/>
              </a:spcBef>
              <a:spcAft>
                <a:spcPts val="0"/>
              </a:spcAft>
              <a:buNone/>
              <a:defRPr b="1" sz="2000">
                <a:latin typeface="Montserrat"/>
                <a:ea typeface="Montserrat"/>
                <a:cs typeface="Montserrat"/>
                <a:sym typeface="Montserrat"/>
              </a:defRPr>
            </a:lvl9pPr>
          </a:lstStyle>
          <a:p/>
        </p:txBody>
      </p:sp>
      <p:sp>
        <p:nvSpPr>
          <p:cNvPr id="362" name="Google Shape;362;p26"/>
          <p:cNvSpPr txBox="1"/>
          <p:nvPr>
            <p:ph idx="5" type="subTitle"/>
          </p:nvPr>
        </p:nvSpPr>
        <p:spPr>
          <a:xfrm flipH="1">
            <a:off x="6610725" y="4035801"/>
            <a:ext cx="17079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
        <p:nvSpPr>
          <p:cNvPr id="363" name="Google Shape;363;p26"/>
          <p:cNvSpPr txBox="1"/>
          <p:nvPr>
            <p:ph hasCustomPrompt="1" idx="6" type="title"/>
          </p:nvPr>
        </p:nvSpPr>
        <p:spPr>
          <a:xfrm>
            <a:off x="2753825" y="1363550"/>
            <a:ext cx="1707900" cy="5274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Clr>
                <a:schemeClr val="accent5"/>
              </a:buClr>
              <a:buSzPts val="3500"/>
              <a:buNone/>
              <a:defRPr sz="30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364" name="Google Shape;364;p26"/>
          <p:cNvSpPr txBox="1"/>
          <p:nvPr>
            <p:ph idx="7" type="subTitle"/>
          </p:nvPr>
        </p:nvSpPr>
        <p:spPr>
          <a:xfrm flipH="1">
            <a:off x="2753825" y="3569301"/>
            <a:ext cx="1707900" cy="466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None/>
              <a:defRPr b="1" sz="2000">
                <a:latin typeface="Montserrat"/>
                <a:ea typeface="Montserrat"/>
                <a:cs typeface="Montserrat"/>
                <a:sym typeface="Montserrat"/>
              </a:defRPr>
            </a:lvl1pPr>
            <a:lvl2pPr lvl="1" rtl="0" algn="ctr">
              <a:lnSpc>
                <a:spcPct val="100000"/>
              </a:lnSpc>
              <a:spcBef>
                <a:spcPts val="0"/>
              </a:spcBef>
              <a:spcAft>
                <a:spcPts val="0"/>
              </a:spcAft>
              <a:buNone/>
              <a:defRPr b="1" sz="2000">
                <a:latin typeface="Montserrat"/>
                <a:ea typeface="Montserrat"/>
                <a:cs typeface="Montserrat"/>
                <a:sym typeface="Montserrat"/>
              </a:defRPr>
            </a:lvl2pPr>
            <a:lvl3pPr lvl="2" rtl="0" algn="ctr">
              <a:lnSpc>
                <a:spcPct val="100000"/>
              </a:lnSpc>
              <a:spcBef>
                <a:spcPts val="0"/>
              </a:spcBef>
              <a:spcAft>
                <a:spcPts val="0"/>
              </a:spcAft>
              <a:buNone/>
              <a:defRPr b="1" sz="2000">
                <a:latin typeface="Montserrat"/>
                <a:ea typeface="Montserrat"/>
                <a:cs typeface="Montserrat"/>
                <a:sym typeface="Montserrat"/>
              </a:defRPr>
            </a:lvl3pPr>
            <a:lvl4pPr lvl="3" rtl="0" algn="ctr">
              <a:lnSpc>
                <a:spcPct val="100000"/>
              </a:lnSpc>
              <a:spcBef>
                <a:spcPts val="0"/>
              </a:spcBef>
              <a:spcAft>
                <a:spcPts val="0"/>
              </a:spcAft>
              <a:buNone/>
              <a:defRPr b="1" sz="2000">
                <a:latin typeface="Montserrat"/>
                <a:ea typeface="Montserrat"/>
                <a:cs typeface="Montserrat"/>
                <a:sym typeface="Montserrat"/>
              </a:defRPr>
            </a:lvl4pPr>
            <a:lvl5pPr lvl="4" rtl="0" algn="ctr">
              <a:lnSpc>
                <a:spcPct val="100000"/>
              </a:lnSpc>
              <a:spcBef>
                <a:spcPts val="0"/>
              </a:spcBef>
              <a:spcAft>
                <a:spcPts val="0"/>
              </a:spcAft>
              <a:buNone/>
              <a:defRPr b="1" sz="2000">
                <a:latin typeface="Montserrat"/>
                <a:ea typeface="Montserrat"/>
                <a:cs typeface="Montserrat"/>
                <a:sym typeface="Montserrat"/>
              </a:defRPr>
            </a:lvl5pPr>
            <a:lvl6pPr lvl="5" rtl="0" algn="ctr">
              <a:lnSpc>
                <a:spcPct val="100000"/>
              </a:lnSpc>
              <a:spcBef>
                <a:spcPts val="0"/>
              </a:spcBef>
              <a:spcAft>
                <a:spcPts val="0"/>
              </a:spcAft>
              <a:buNone/>
              <a:defRPr b="1" sz="2000">
                <a:latin typeface="Montserrat"/>
                <a:ea typeface="Montserrat"/>
                <a:cs typeface="Montserrat"/>
                <a:sym typeface="Montserrat"/>
              </a:defRPr>
            </a:lvl6pPr>
            <a:lvl7pPr lvl="6" rtl="0" algn="ctr">
              <a:lnSpc>
                <a:spcPct val="100000"/>
              </a:lnSpc>
              <a:spcBef>
                <a:spcPts val="0"/>
              </a:spcBef>
              <a:spcAft>
                <a:spcPts val="0"/>
              </a:spcAft>
              <a:buNone/>
              <a:defRPr b="1" sz="2000">
                <a:latin typeface="Montserrat"/>
                <a:ea typeface="Montserrat"/>
                <a:cs typeface="Montserrat"/>
                <a:sym typeface="Montserrat"/>
              </a:defRPr>
            </a:lvl7pPr>
            <a:lvl8pPr lvl="7" rtl="0" algn="ctr">
              <a:lnSpc>
                <a:spcPct val="100000"/>
              </a:lnSpc>
              <a:spcBef>
                <a:spcPts val="0"/>
              </a:spcBef>
              <a:spcAft>
                <a:spcPts val="0"/>
              </a:spcAft>
              <a:buNone/>
              <a:defRPr b="1" sz="2000">
                <a:latin typeface="Montserrat"/>
                <a:ea typeface="Montserrat"/>
                <a:cs typeface="Montserrat"/>
                <a:sym typeface="Montserrat"/>
              </a:defRPr>
            </a:lvl8pPr>
            <a:lvl9pPr lvl="8" rtl="0" algn="ctr">
              <a:lnSpc>
                <a:spcPct val="100000"/>
              </a:lnSpc>
              <a:spcBef>
                <a:spcPts val="0"/>
              </a:spcBef>
              <a:spcAft>
                <a:spcPts val="0"/>
              </a:spcAft>
              <a:buNone/>
              <a:defRPr b="1" sz="2000">
                <a:latin typeface="Montserrat"/>
                <a:ea typeface="Montserrat"/>
                <a:cs typeface="Montserrat"/>
                <a:sym typeface="Montserrat"/>
              </a:defRPr>
            </a:lvl9pPr>
          </a:lstStyle>
          <a:p/>
        </p:txBody>
      </p:sp>
      <p:sp>
        <p:nvSpPr>
          <p:cNvPr id="365" name="Google Shape;365;p26"/>
          <p:cNvSpPr txBox="1"/>
          <p:nvPr>
            <p:ph idx="8" type="subTitle"/>
          </p:nvPr>
        </p:nvSpPr>
        <p:spPr>
          <a:xfrm flipH="1">
            <a:off x="2753825" y="4035801"/>
            <a:ext cx="17079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
        <p:nvSpPr>
          <p:cNvPr id="366" name="Google Shape;366;p26"/>
          <p:cNvSpPr txBox="1"/>
          <p:nvPr>
            <p:ph hasCustomPrompt="1" idx="9" type="title"/>
          </p:nvPr>
        </p:nvSpPr>
        <p:spPr>
          <a:xfrm>
            <a:off x="4682275" y="1363550"/>
            <a:ext cx="1707900" cy="5274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Clr>
                <a:schemeClr val="accent5"/>
              </a:buClr>
              <a:buSzPts val="3500"/>
              <a:buNone/>
              <a:defRPr sz="30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367" name="Google Shape;367;p26"/>
          <p:cNvSpPr txBox="1"/>
          <p:nvPr>
            <p:ph idx="13" type="subTitle"/>
          </p:nvPr>
        </p:nvSpPr>
        <p:spPr>
          <a:xfrm flipH="1">
            <a:off x="4682275" y="3569301"/>
            <a:ext cx="1707900" cy="466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None/>
              <a:defRPr b="1" sz="2000">
                <a:latin typeface="Montserrat"/>
                <a:ea typeface="Montserrat"/>
                <a:cs typeface="Montserrat"/>
                <a:sym typeface="Montserrat"/>
              </a:defRPr>
            </a:lvl1pPr>
            <a:lvl2pPr lvl="1" rtl="0" algn="ctr">
              <a:lnSpc>
                <a:spcPct val="100000"/>
              </a:lnSpc>
              <a:spcBef>
                <a:spcPts val="0"/>
              </a:spcBef>
              <a:spcAft>
                <a:spcPts val="0"/>
              </a:spcAft>
              <a:buNone/>
              <a:defRPr b="1" sz="2000">
                <a:latin typeface="Montserrat"/>
                <a:ea typeface="Montserrat"/>
                <a:cs typeface="Montserrat"/>
                <a:sym typeface="Montserrat"/>
              </a:defRPr>
            </a:lvl2pPr>
            <a:lvl3pPr lvl="2" rtl="0" algn="ctr">
              <a:lnSpc>
                <a:spcPct val="100000"/>
              </a:lnSpc>
              <a:spcBef>
                <a:spcPts val="0"/>
              </a:spcBef>
              <a:spcAft>
                <a:spcPts val="0"/>
              </a:spcAft>
              <a:buNone/>
              <a:defRPr b="1" sz="2000">
                <a:latin typeface="Montserrat"/>
                <a:ea typeface="Montserrat"/>
                <a:cs typeface="Montserrat"/>
                <a:sym typeface="Montserrat"/>
              </a:defRPr>
            </a:lvl3pPr>
            <a:lvl4pPr lvl="3" rtl="0" algn="ctr">
              <a:lnSpc>
                <a:spcPct val="100000"/>
              </a:lnSpc>
              <a:spcBef>
                <a:spcPts val="0"/>
              </a:spcBef>
              <a:spcAft>
                <a:spcPts val="0"/>
              </a:spcAft>
              <a:buNone/>
              <a:defRPr b="1" sz="2000">
                <a:latin typeface="Montserrat"/>
                <a:ea typeface="Montserrat"/>
                <a:cs typeface="Montserrat"/>
                <a:sym typeface="Montserrat"/>
              </a:defRPr>
            </a:lvl4pPr>
            <a:lvl5pPr lvl="4" rtl="0" algn="ctr">
              <a:lnSpc>
                <a:spcPct val="100000"/>
              </a:lnSpc>
              <a:spcBef>
                <a:spcPts val="0"/>
              </a:spcBef>
              <a:spcAft>
                <a:spcPts val="0"/>
              </a:spcAft>
              <a:buNone/>
              <a:defRPr b="1" sz="2000">
                <a:latin typeface="Montserrat"/>
                <a:ea typeface="Montserrat"/>
                <a:cs typeface="Montserrat"/>
                <a:sym typeface="Montserrat"/>
              </a:defRPr>
            </a:lvl5pPr>
            <a:lvl6pPr lvl="5" rtl="0" algn="ctr">
              <a:lnSpc>
                <a:spcPct val="100000"/>
              </a:lnSpc>
              <a:spcBef>
                <a:spcPts val="0"/>
              </a:spcBef>
              <a:spcAft>
                <a:spcPts val="0"/>
              </a:spcAft>
              <a:buNone/>
              <a:defRPr b="1" sz="2000">
                <a:latin typeface="Montserrat"/>
                <a:ea typeface="Montserrat"/>
                <a:cs typeface="Montserrat"/>
                <a:sym typeface="Montserrat"/>
              </a:defRPr>
            </a:lvl6pPr>
            <a:lvl7pPr lvl="6" rtl="0" algn="ctr">
              <a:lnSpc>
                <a:spcPct val="100000"/>
              </a:lnSpc>
              <a:spcBef>
                <a:spcPts val="0"/>
              </a:spcBef>
              <a:spcAft>
                <a:spcPts val="0"/>
              </a:spcAft>
              <a:buNone/>
              <a:defRPr b="1" sz="2000">
                <a:latin typeface="Montserrat"/>
                <a:ea typeface="Montserrat"/>
                <a:cs typeface="Montserrat"/>
                <a:sym typeface="Montserrat"/>
              </a:defRPr>
            </a:lvl7pPr>
            <a:lvl8pPr lvl="7" rtl="0" algn="ctr">
              <a:lnSpc>
                <a:spcPct val="100000"/>
              </a:lnSpc>
              <a:spcBef>
                <a:spcPts val="0"/>
              </a:spcBef>
              <a:spcAft>
                <a:spcPts val="0"/>
              </a:spcAft>
              <a:buNone/>
              <a:defRPr b="1" sz="2000">
                <a:latin typeface="Montserrat"/>
                <a:ea typeface="Montserrat"/>
                <a:cs typeface="Montserrat"/>
                <a:sym typeface="Montserrat"/>
              </a:defRPr>
            </a:lvl8pPr>
            <a:lvl9pPr lvl="8" rtl="0" algn="ctr">
              <a:lnSpc>
                <a:spcPct val="100000"/>
              </a:lnSpc>
              <a:spcBef>
                <a:spcPts val="0"/>
              </a:spcBef>
              <a:spcAft>
                <a:spcPts val="0"/>
              </a:spcAft>
              <a:buNone/>
              <a:defRPr b="1" sz="2000">
                <a:latin typeface="Montserrat"/>
                <a:ea typeface="Montserrat"/>
                <a:cs typeface="Montserrat"/>
                <a:sym typeface="Montserrat"/>
              </a:defRPr>
            </a:lvl9pPr>
          </a:lstStyle>
          <a:p/>
        </p:txBody>
      </p:sp>
      <p:sp>
        <p:nvSpPr>
          <p:cNvPr id="368" name="Google Shape;368;p26"/>
          <p:cNvSpPr txBox="1"/>
          <p:nvPr>
            <p:ph idx="14" type="subTitle"/>
          </p:nvPr>
        </p:nvSpPr>
        <p:spPr>
          <a:xfrm flipH="1">
            <a:off x="4682275" y="4035801"/>
            <a:ext cx="17079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
        <p:nvSpPr>
          <p:cNvPr id="369" name="Google Shape;369;p26"/>
          <p:cNvSpPr txBox="1"/>
          <p:nvPr>
            <p:ph idx="15"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370" name="Google Shape;370;p26"/>
          <p:cNvGrpSpPr/>
          <p:nvPr/>
        </p:nvGrpSpPr>
        <p:grpSpPr>
          <a:xfrm>
            <a:off x="274222" y="4718425"/>
            <a:ext cx="881740" cy="198600"/>
            <a:chOff x="274222" y="4718425"/>
            <a:chExt cx="881740" cy="198600"/>
          </a:xfrm>
        </p:grpSpPr>
        <p:sp>
          <p:nvSpPr>
            <p:cNvPr id="371" name="Google Shape;371;p26"/>
            <p:cNvSpPr/>
            <p:nvPr/>
          </p:nvSpPr>
          <p:spPr>
            <a:xfrm flipH="1">
              <a:off x="956763"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6"/>
            <p:cNvSpPr/>
            <p:nvPr/>
          </p:nvSpPr>
          <p:spPr>
            <a:xfrm flipH="1">
              <a:off x="615493"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6"/>
            <p:cNvSpPr/>
            <p:nvPr/>
          </p:nvSpPr>
          <p:spPr>
            <a:xfrm flipH="1">
              <a:off x="274222"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 name="Google Shape;374;p26"/>
          <p:cNvGrpSpPr/>
          <p:nvPr/>
        </p:nvGrpSpPr>
        <p:grpSpPr>
          <a:xfrm>
            <a:off x="8279431" y="226508"/>
            <a:ext cx="620486" cy="404336"/>
            <a:chOff x="8212756" y="332833"/>
            <a:chExt cx="620486" cy="404336"/>
          </a:xfrm>
        </p:grpSpPr>
        <p:grpSp>
          <p:nvGrpSpPr>
            <p:cNvPr id="375" name="Google Shape;375;p26"/>
            <p:cNvGrpSpPr/>
            <p:nvPr/>
          </p:nvGrpSpPr>
          <p:grpSpPr>
            <a:xfrm rot="2700000">
              <a:off x="8271970" y="392047"/>
              <a:ext cx="285909" cy="285909"/>
              <a:chOff x="6691603" y="665569"/>
              <a:chExt cx="891000" cy="891000"/>
            </a:xfrm>
          </p:grpSpPr>
          <p:sp>
            <p:nvSpPr>
              <p:cNvPr id="376" name="Google Shape;376;p26"/>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6"/>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 name="Google Shape;378;p26"/>
            <p:cNvGrpSpPr/>
            <p:nvPr/>
          </p:nvGrpSpPr>
          <p:grpSpPr>
            <a:xfrm rot="2700000">
              <a:off x="8488120" y="392047"/>
              <a:ext cx="285909" cy="285909"/>
              <a:chOff x="6691603" y="665569"/>
              <a:chExt cx="891000" cy="891000"/>
            </a:xfrm>
          </p:grpSpPr>
          <p:sp>
            <p:nvSpPr>
              <p:cNvPr id="379" name="Google Shape;379;p26"/>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6"/>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81" name="Shape 381"/>
        <p:cNvGrpSpPr/>
        <p:nvPr/>
      </p:nvGrpSpPr>
      <p:grpSpPr>
        <a:xfrm>
          <a:off x="0" y="0"/>
          <a:ext cx="0" cy="0"/>
          <a:chOff x="0" y="0"/>
          <a:chExt cx="0" cy="0"/>
        </a:xfrm>
      </p:grpSpPr>
      <p:sp>
        <p:nvSpPr>
          <p:cNvPr id="382" name="Google Shape;382;p27"/>
          <p:cNvSpPr/>
          <p:nvPr>
            <p:ph idx="2" type="pic"/>
          </p:nvPr>
        </p:nvSpPr>
        <p:spPr>
          <a:xfrm>
            <a:off x="0" y="3259050"/>
            <a:ext cx="9144000" cy="1884000"/>
          </a:xfrm>
          <a:prstGeom prst="rect">
            <a:avLst/>
          </a:prstGeom>
          <a:noFill/>
          <a:ln>
            <a:noFill/>
          </a:ln>
        </p:spPr>
      </p:sp>
      <p:sp>
        <p:nvSpPr>
          <p:cNvPr id="383" name="Google Shape;383;p27"/>
          <p:cNvSpPr txBox="1"/>
          <p:nvPr>
            <p:ph type="title"/>
          </p:nvPr>
        </p:nvSpPr>
        <p:spPr>
          <a:xfrm>
            <a:off x="1934850" y="287550"/>
            <a:ext cx="5274300" cy="879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5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84" name="Google Shape;384;p27"/>
          <p:cNvSpPr txBox="1"/>
          <p:nvPr>
            <p:ph idx="1" type="subTitle"/>
          </p:nvPr>
        </p:nvSpPr>
        <p:spPr>
          <a:xfrm>
            <a:off x="1934800" y="1166850"/>
            <a:ext cx="5274300" cy="67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385" name="Google Shape;385;p27"/>
          <p:cNvGrpSpPr/>
          <p:nvPr/>
        </p:nvGrpSpPr>
        <p:grpSpPr>
          <a:xfrm flipH="1">
            <a:off x="274216" y="226491"/>
            <a:ext cx="437659" cy="437659"/>
            <a:chOff x="6691603" y="665569"/>
            <a:chExt cx="891000" cy="891000"/>
          </a:xfrm>
        </p:grpSpPr>
        <p:sp>
          <p:nvSpPr>
            <p:cNvPr id="386" name="Google Shape;386;p27"/>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7"/>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 name="Google Shape;388;p27"/>
          <p:cNvGrpSpPr/>
          <p:nvPr/>
        </p:nvGrpSpPr>
        <p:grpSpPr>
          <a:xfrm>
            <a:off x="8428891" y="226491"/>
            <a:ext cx="437659" cy="437659"/>
            <a:chOff x="6691603" y="665569"/>
            <a:chExt cx="891000" cy="891000"/>
          </a:xfrm>
        </p:grpSpPr>
        <p:sp>
          <p:nvSpPr>
            <p:cNvPr id="389" name="Google Shape;389;p27"/>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7"/>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1" name="Google Shape;391;p27"/>
          <p:cNvSpPr txBox="1"/>
          <p:nvPr/>
        </p:nvSpPr>
        <p:spPr>
          <a:xfrm>
            <a:off x="1934875" y="2015542"/>
            <a:ext cx="52743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Work Sans"/>
                <a:ea typeface="Work Sans"/>
                <a:cs typeface="Work Sans"/>
                <a:sym typeface="Work Sans"/>
              </a:rPr>
              <a:t>CREDITS:</a:t>
            </a:r>
            <a:r>
              <a:rPr lang="en" sz="1200">
                <a:solidFill>
                  <a:schemeClr val="dk1"/>
                </a:solidFill>
                <a:latin typeface="Work Sans"/>
                <a:ea typeface="Work Sans"/>
                <a:cs typeface="Work Sans"/>
                <a:sym typeface="Work Sans"/>
              </a:rPr>
              <a:t> This presentation template was created by </a:t>
            </a:r>
            <a:r>
              <a:rPr b="1" lang="en" sz="1200" u="sng">
                <a:solidFill>
                  <a:schemeClr val="dk1"/>
                </a:solidFill>
                <a:latin typeface="Work Sans"/>
                <a:ea typeface="Work Sans"/>
                <a:cs typeface="Work Sans"/>
                <a:sym typeface="Work Sans"/>
                <a:hlinkClick r:id="rId2">
                  <a:extLst>
                    <a:ext uri="{A12FA001-AC4F-418D-AE19-62706E023703}">
                      <ahyp:hlinkClr val="tx"/>
                    </a:ext>
                  </a:extLst>
                </a:hlinkClick>
              </a:rPr>
              <a:t>Slidesgo</a:t>
            </a:r>
            <a:r>
              <a:rPr lang="en" sz="1200">
                <a:solidFill>
                  <a:schemeClr val="dk1"/>
                </a:solidFill>
                <a:latin typeface="Work Sans"/>
                <a:ea typeface="Work Sans"/>
                <a:cs typeface="Work Sans"/>
                <a:sym typeface="Work Sans"/>
              </a:rPr>
              <a:t>, and includes icons by </a:t>
            </a:r>
            <a:r>
              <a:rPr b="1" lang="en" sz="1200" u="sng">
                <a:solidFill>
                  <a:schemeClr val="dk1"/>
                </a:solidFill>
                <a:latin typeface="Work Sans"/>
                <a:ea typeface="Work Sans"/>
                <a:cs typeface="Work Sans"/>
                <a:sym typeface="Work Sans"/>
                <a:hlinkClick r:id="rId3">
                  <a:extLst>
                    <a:ext uri="{A12FA001-AC4F-418D-AE19-62706E023703}">
                      <ahyp:hlinkClr val="tx"/>
                    </a:ext>
                  </a:extLst>
                </a:hlinkClick>
              </a:rPr>
              <a:t>Flaticon</a:t>
            </a:r>
            <a:r>
              <a:rPr lang="en" sz="1200">
                <a:solidFill>
                  <a:schemeClr val="dk1"/>
                </a:solidFill>
                <a:latin typeface="Work Sans"/>
                <a:ea typeface="Work Sans"/>
                <a:cs typeface="Work Sans"/>
                <a:sym typeface="Work Sans"/>
              </a:rPr>
              <a:t>, and infographics &amp; images by </a:t>
            </a:r>
            <a:r>
              <a:rPr b="1" lang="en" sz="1200" u="sng">
                <a:solidFill>
                  <a:schemeClr val="dk1"/>
                </a:solidFill>
                <a:latin typeface="Work Sans"/>
                <a:ea typeface="Work Sans"/>
                <a:cs typeface="Work Sans"/>
                <a:sym typeface="Work Sans"/>
                <a:hlinkClick r:id="rId4">
                  <a:extLst>
                    <a:ext uri="{A12FA001-AC4F-418D-AE19-62706E023703}">
                      <ahyp:hlinkClr val="tx"/>
                    </a:ext>
                  </a:extLst>
                </a:hlinkClick>
              </a:rPr>
              <a:t>Freepik</a:t>
            </a:r>
            <a:r>
              <a:rPr lang="en" sz="1200" u="sng">
                <a:solidFill>
                  <a:schemeClr val="dk1"/>
                </a:solidFill>
                <a:latin typeface="Work Sans"/>
                <a:ea typeface="Work Sans"/>
                <a:cs typeface="Work Sans"/>
                <a:sym typeface="Work Sans"/>
              </a:rPr>
              <a:t> </a:t>
            </a:r>
            <a:endParaRPr b="1" sz="1200" u="sng">
              <a:solidFill>
                <a:schemeClr val="dk1"/>
              </a:solidFill>
              <a:latin typeface="Work Sans"/>
              <a:ea typeface="Work Sans"/>
              <a:cs typeface="Work Sans"/>
              <a:sym typeface="Work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392" name="Shape 392"/>
        <p:cNvGrpSpPr/>
        <p:nvPr/>
      </p:nvGrpSpPr>
      <p:grpSpPr>
        <a:xfrm>
          <a:off x="0" y="0"/>
          <a:ext cx="0" cy="0"/>
          <a:chOff x="0" y="0"/>
          <a:chExt cx="0" cy="0"/>
        </a:xfrm>
      </p:grpSpPr>
      <p:sp>
        <p:nvSpPr>
          <p:cNvPr id="393" name="Google Shape;393;p28"/>
          <p:cNvSpPr/>
          <p:nvPr/>
        </p:nvSpPr>
        <p:spPr>
          <a:xfrm flipH="1" rot="-5400000">
            <a:off x="6198592" y="2217000"/>
            <a:ext cx="5162400" cy="728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4" name="Google Shape;394;p28"/>
          <p:cNvGrpSpPr/>
          <p:nvPr/>
        </p:nvGrpSpPr>
        <p:grpSpPr>
          <a:xfrm flipH="1">
            <a:off x="7988004" y="4718425"/>
            <a:ext cx="881740" cy="198600"/>
            <a:chOff x="274222" y="4718425"/>
            <a:chExt cx="881740" cy="198600"/>
          </a:xfrm>
        </p:grpSpPr>
        <p:sp>
          <p:nvSpPr>
            <p:cNvPr id="395" name="Google Shape;395;p28"/>
            <p:cNvSpPr/>
            <p:nvPr/>
          </p:nvSpPr>
          <p:spPr>
            <a:xfrm flipH="1">
              <a:off x="956763"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8"/>
            <p:cNvSpPr/>
            <p:nvPr/>
          </p:nvSpPr>
          <p:spPr>
            <a:xfrm flipH="1">
              <a:off x="615493"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8"/>
            <p:cNvSpPr/>
            <p:nvPr/>
          </p:nvSpPr>
          <p:spPr>
            <a:xfrm flipH="1">
              <a:off x="274222" y="4718425"/>
              <a:ext cx="199200" cy="19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 name="Google Shape;398;p28"/>
          <p:cNvGrpSpPr/>
          <p:nvPr/>
        </p:nvGrpSpPr>
        <p:grpSpPr>
          <a:xfrm flipH="1">
            <a:off x="244050" y="226508"/>
            <a:ext cx="620486" cy="404336"/>
            <a:chOff x="8212756" y="332833"/>
            <a:chExt cx="620486" cy="404336"/>
          </a:xfrm>
        </p:grpSpPr>
        <p:grpSp>
          <p:nvGrpSpPr>
            <p:cNvPr id="399" name="Google Shape;399;p28"/>
            <p:cNvGrpSpPr/>
            <p:nvPr/>
          </p:nvGrpSpPr>
          <p:grpSpPr>
            <a:xfrm rot="2700000">
              <a:off x="8271970" y="392047"/>
              <a:ext cx="285909" cy="285909"/>
              <a:chOff x="6691603" y="665569"/>
              <a:chExt cx="891000" cy="891000"/>
            </a:xfrm>
          </p:grpSpPr>
          <p:sp>
            <p:nvSpPr>
              <p:cNvPr id="400" name="Google Shape;400;p28"/>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8"/>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 name="Google Shape;402;p28"/>
            <p:cNvGrpSpPr/>
            <p:nvPr/>
          </p:nvGrpSpPr>
          <p:grpSpPr>
            <a:xfrm rot="2700000">
              <a:off x="8488120" y="392047"/>
              <a:ext cx="285909" cy="285909"/>
              <a:chOff x="6691603" y="665569"/>
              <a:chExt cx="891000" cy="891000"/>
            </a:xfrm>
          </p:grpSpPr>
          <p:sp>
            <p:nvSpPr>
              <p:cNvPr id="403" name="Google Shape;403;p28"/>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8"/>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405" name="Shape 405"/>
        <p:cNvGrpSpPr/>
        <p:nvPr/>
      </p:nvGrpSpPr>
      <p:grpSpPr>
        <a:xfrm>
          <a:off x="0" y="0"/>
          <a:ext cx="0" cy="0"/>
          <a:chOff x="0" y="0"/>
          <a:chExt cx="0" cy="0"/>
        </a:xfrm>
      </p:grpSpPr>
      <p:grpSp>
        <p:nvGrpSpPr>
          <p:cNvPr id="406" name="Google Shape;406;p29"/>
          <p:cNvGrpSpPr/>
          <p:nvPr/>
        </p:nvGrpSpPr>
        <p:grpSpPr>
          <a:xfrm flipH="1" rot="10800000">
            <a:off x="8456141" y="4479374"/>
            <a:ext cx="437659" cy="437659"/>
            <a:chOff x="6691603" y="665569"/>
            <a:chExt cx="891000" cy="891000"/>
          </a:xfrm>
        </p:grpSpPr>
        <p:sp>
          <p:nvSpPr>
            <p:cNvPr id="407" name="Google Shape;407;p29"/>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9"/>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 name="Google Shape;409;p29"/>
          <p:cNvGrpSpPr/>
          <p:nvPr/>
        </p:nvGrpSpPr>
        <p:grpSpPr>
          <a:xfrm>
            <a:off x="8456141" y="226491"/>
            <a:ext cx="437659" cy="437659"/>
            <a:chOff x="6691603" y="665569"/>
            <a:chExt cx="891000" cy="891000"/>
          </a:xfrm>
        </p:grpSpPr>
        <p:sp>
          <p:nvSpPr>
            <p:cNvPr id="410" name="Google Shape;410;p29"/>
            <p:cNvSpPr/>
            <p:nvPr/>
          </p:nvSpPr>
          <p:spPr>
            <a:xfrm rot="-5400000">
              <a:off x="7031502" y="1005469"/>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9"/>
            <p:cNvSpPr/>
            <p:nvPr/>
          </p:nvSpPr>
          <p:spPr>
            <a:xfrm>
              <a:off x="6691603" y="665586"/>
              <a:ext cx="891000" cy="211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2" name="Google Shape;412;p29"/>
          <p:cNvSpPr/>
          <p:nvPr/>
        </p:nvSpPr>
        <p:spPr>
          <a:xfrm>
            <a:off x="-361125" y="535000"/>
            <a:ext cx="720000" cy="4073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413" name="Shape 413"/>
        <p:cNvGrpSpPr/>
        <p:nvPr/>
      </p:nvGrpSpPr>
      <p:grpSpPr>
        <a:xfrm>
          <a:off x="0" y="0"/>
          <a:ext cx="0" cy="0"/>
          <a:chOff x="0" y="0"/>
          <a:chExt cx="0" cy="0"/>
        </a:xfrm>
      </p:grpSpPr>
      <p:cxnSp>
        <p:nvCxnSpPr>
          <p:cNvPr id="414" name="Google Shape;414;p30"/>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415" name="Google Shape;415;p30"/>
          <p:cNvSpPr txBox="1"/>
          <p:nvPr>
            <p:ph type="title"/>
          </p:nvPr>
        </p:nvSpPr>
        <p:spPr>
          <a:xfrm>
            <a:off x="311700" y="631800"/>
            <a:ext cx="2808000" cy="755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6" name="Google Shape;416;p30"/>
          <p:cNvSpPr txBox="1"/>
          <p:nvPr>
            <p:ph idx="1" type="body"/>
          </p:nvPr>
        </p:nvSpPr>
        <p:spPr>
          <a:xfrm>
            <a:off x="311700" y="1618204"/>
            <a:ext cx="2808000" cy="2950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7" name="Google Shape;417;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1pPr>
            <a:lvl2pPr lvl="1"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2pPr>
            <a:lvl3pPr lvl="2"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3pPr>
            <a:lvl4pPr lvl="3"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4pPr>
            <a:lvl5pPr lvl="4"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5pPr>
            <a:lvl6pPr lvl="5"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6pPr>
            <a:lvl7pPr lvl="6"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7pPr>
            <a:lvl8pPr lvl="7"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8pPr>
            <a:lvl9pPr lvl="8" rtl="0">
              <a:spcBef>
                <a:spcPts val="0"/>
              </a:spcBef>
              <a:spcAft>
                <a:spcPts val="0"/>
              </a:spcAft>
              <a:buClr>
                <a:schemeClr val="dk1"/>
              </a:buClr>
              <a:buSzPts val="3500"/>
              <a:buFont typeface="Montserrat ExtraBold"/>
              <a:buNone/>
              <a:defRPr sz="3500">
                <a:solidFill>
                  <a:schemeClr val="dk1"/>
                </a:solidFill>
                <a:latin typeface="Montserrat ExtraBold"/>
                <a:ea typeface="Montserrat ExtraBold"/>
                <a:cs typeface="Montserrat ExtraBold"/>
                <a:sym typeface="Montserrat ExtraBold"/>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1pPr>
            <a:lvl2pPr indent="-304800" lvl="1" marL="9144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2pPr>
            <a:lvl3pPr indent="-304800" lvl="2" marL="13716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3pPr>
            <a:lvl4pPr indent="-304800" lvl="3" marL="1828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4pPr>
            <a:lvl5pPr indent="-304800" lvl="4" marL="22860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5pPr>
            <a:lvl6pPr indent="-304800" lvl="5" marL="27432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6pPr>
            <a:lvl7pPr indent="-304800" lvl="6" marL="32004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7pPr>
            <a:lvl8pPr indent="-304800" lvl="7" marL="36576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8pPr>
            <a:lvl9pPr indent="-304800" lvl="8" marL="411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2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7.png"/><Relationship Id="rId6" Type="http://schemas.openxmlformats.org/officeDocument/2006/relationships/image" Target="../media/image15.png"/><Relationship Id="rId7"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2.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2.xml"/><Relationship Id="rId3" Type="http://schemas.openxmlformats.org/officeDocument/2006/relationships/hyperlink" Target="https://www.morningstar.ca/ca/news/191021/a-framework-for-evaluating-low-volatility-funds.aspx" TargetMode="External"/><Relationship Id="rId4" Type="http://schemas.openxmlformats.org/officeDocument/2006/relationships/hyperlink" Target="https://www.weforum.org/stories/2025/01/6-countries-successfully-growing-their-manufacturing/" TargetMode="External"/><Relationship Id="rId5" Type="http://schemas.openxmlformats.org/officeDocument/2006/relationships/hyperlink" Target="https://www.mfs.com/en-us/investment-professional/insights/market-insights/the-benefits-of-low-volatility-as-a-strategic-allocation.html" TargetMode="External"/><Relationship Id="rId6" Type="http://schemas.openxmlformats.org/officeDocument/2006/relationships/hyperlink" Target="https://www.bnnbloomberg.ca/investing/commodities/2024/10/21/developing-countries-cant-count-on-manufacturing-to-supercharge-growth/" TargetMode="External"/><Relationship Id="rId7" Type="http://schemas.openxmlformats.org/officeDocument/2006/relationships/hyperlink" Target="https://www.weforum.org/stories/2024/08/globalization-dying-economic-historian-evidence-adam-tooz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1" name="Shape 421"/>
        <p:cNvGrpSpPr/>
        <p:nvPr/>
      </p:nvGrpSpPr>
      <p:grpSpPr>
        <a:xfrm>
          <a:off x="0" y="0"/>
          <a:ext cx="0" cy="0"/>
          <a:chOff x="0" y="0"/>
          <a:chExt cx="0" cy="0"/>
        </a:xfrm>
      </p:grpSpPr>
      <p:sp>
        <p:nvSpPr>
          <p:cNvPr id="422" name="Google Shape;422;p31"/>
          <p:cNvSpPr txBox="1"/>
          <p:nvPr>
            <p:ph idx="1" type="subTitle"/>
          </p:nvPr>
        </p:nvSpPr>
        <p:spPr>
          <a:xfrm>
            <a:off x="1778700" y="3635375"/>
            <a:ext cx="5524500" cy="393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Work Sans"/>
                <a:ea typeface="Work Sans"/>
                <a:cs typeface="Work Sans"/>
                <a:sym typeface="Work Sans"/>
              </a:rPr>
              <a:t>FINE 6200 X - Investments</a:t>
            </a:r>
            <a:endParaRPr b="1">
              <a:latin typeface="Work Sans"/>
              <a:ea typeface="Work Sans"/>
              <a:cs typeface="Work Sans"/>
              <a:sym typeface="Work Sans"/>
            </a:endParaRPr>
          </a:p>
          <a:p>
            <a:pPr indent="0" lvl="0" marL="0" rtl="0" algn="ctr">
              <a:spcBef>
                <a:spcPts val="0"/>
              </a:spcBef>
              <a:spcAft>
                <a:spcPts val="0"/>
              </a:spcAft>
              <a:buNone/>
            </a:pPr>
            <a:r>
              <a:rPr lang="en">
                <a:latin typeface="Work Sans"/>
                <a:ea typeface="Work Sans"/>
                <a:cs typeface="Work Sans"/>
                <a:sym typeface="Work Sans"/>
              </a:rPr>
              <a:t>Jaspreet Kaur Grewal (217211129)</a:t>
            </a:r>
            <a:endParaRPr>
              <a:latin typeface="Work Sans"/>
              <a:ea typeface="Work Sans"/>
              <a:cs typeface="Work Sans"/>
              <a:sym typeface="Work Sans"/>
            </a:endParaRPr>
          </a:p>
          <a:p>
            <a:pPr indent="0" lvl="0" marL="0" rtl="0" algn="ctr">
              <a:spcBef>
                <a:spcPts val="0"/>
              </a:spcBef>
              <a:spcAft>
                <a:spcPts val="0"/>
              </a:spcAft>
              <a:buNone/>
            </a:pPr>
            <a:r>
              <a:rPr lang="en">
                <a:latin typeface="Work Sans"/>
                <a:ea typeface="Work Sans"/>
                <a:cs typeface="Work Sans"/>
                <a:sym typeface="Work Sans"/>
              </a:rPr>
              <a:t>Hugo Ingrouille (219368588)</a:t>
            </a:r>
            <a:endParaRPr>
              <a:latin typeface="Work Sans"/>
              <a:ea typeface="Work Sans"/>
              <a:cs typeface="Work Sans"/>
              <a:sym typeface="Work Sans"/>
            </a:endParaRPr>
          </a:p>
          <a:p>
            <a:pPr indent="0" lvl="0" marL="0" rtl="0" algn="ctr">
              <a:spcBef>
                <a:spcPts val="0"/>
              </a:spcBef>
              <a:spcAft>
                <a:spcPts val="0"/>
              </a:spcAft>
              <a:buNone/>
            </a:pPr>
            <a:r>
              <a:rPr lang="en">
                <a:latin typeface="Work Sans"/>
                <a:ea typeface="Work Sans"/>
                <a:cs typeface="Work Sans"/>
                <a:sym typeface="Work Sans"/>
              </a:rPr>
              <a:t>Selvin Furtado (220990115)</a:t>
            </a:r>
            <a:endParaRPr>
              <a:latin typeface="Work Sans"/>
              <a:ea typeface="Work Sans"/>
              <a:cs typeface="Work Sans"/>
              <a:sym typeface="Work Sans"/>
            </a:endParaRPr>
          </a:p>
        </p:txBody>
      </p:sp>
      <p:pic>
        <p:nvPicPr>
          <p:cNvPr id="423" name="Google Shape;423;p31"/>
          <p:cNvPicPr preferRelativeResize="0"/>
          <p:nvPr>
            <p:ph idx="2" type="pic"/>
          </p:nvPr>
        </p:nvPicPr>
        <p:blipFill rotWithShape="1">
          <a:blip r:embed="rId3">
            <a:alphaModFix/>
          </a:blip>
          <a:srcRect b="55490" l="524" r="514" t="5418"/>
          <a:stretch/>
        </p:blipFill>
        <p:spPr>
          <a:xfrm>
            <a:off x="50" y="-426575"/>
            <a:ext cx="9144003" cy="2378973"/>
          </a:xfrm>
          <a:prstGeom prst="rect">
            <a:avLst/>
          </a:prstGeom>
        </p:spPr>
      </p:pic>
      <p:sp>
        <p:nvSpPr>
          <p:cNvPr id="424" name="Google Shape;424;p31"/>
          <p:cNvSpPr/>
          <p:nvPr/>
        </p:nvSpPr>
        <p:spPr>
          <a:xfrm>
            <a:off x="8796650" y="1248550"/>
            <a:ext cx="720000" cy="1904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5" name="Google Shape;425;p31" title="2.png"/>
          <p:cNvPicPr preferRelativeResize="0"/>
          <p:nvPr/>
        </p:nvPicPr>
        <p:blipFill rotWithShape="1">
          <a:blip r:embed="rId4">
            <a:alphaModFix/>
          </a:blip>
          <a:srcRect b="26386" l="15478" r="14985" t="19873"/>
          <a:stretch/>
        </p:blipFill>
        <p:spPr>
          <a:xfrm>
            <a:off x="2916150" y="990675"/>
            <a:ext cx="3311675" cy="2559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2"/>
          <p:cNvSpPr txBox="1"/>
          <p:nvPr>
            <p:ph idx="3" type="subTitle"/>
          </p:nvPr>
        </p:nvSpPr>
        <p:spPr>
          <a:xfrm>
            <a:off x="1679925" y="1587600"/>
            <a:ext cx="2475300" cy="40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About Us</a:t>
            </a:r>
            <a:endParaRPr/>
          </a:p>
        </p:txBody>
      </p:sp>
      <p:sp>
        <p:nvSpPr>
          <p:cNvPr id="431" name="Google Shape;431;p32"/>
          <p:cNvSpPr txBox="1"/>
          <p:nvPr>
            <p:ph type="title"/>
          </p:nvPr>
        </p:nvSpPr>
        <p:spPr>
          <a:xfrm>
            <a:off x="998025" y="1420200"/>
            <a:ext cx="807900" cy="64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32" name="Google Shape;432;p32"/>
          <p:cNvSpPr txBox="1"/>
          <p:nvPr>
            <p:ph idx="2"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a:t>
            </a:r>
            <a:r>
              <a:rPr lang="en"/>
              <a:t> of Contents</a:t>
            </a:r>
            <a:endParaRPr/>
          </a:p>
        </p:txBody>
      </p:sp>
      <p:sp>
        <p:nvSpPr>
          <p:cNvPr id="433" name="Google Shape;433;p32"/>
          <p:cNvSpPr txBox="1"/>
          <p:nvPr>
            <p:ph idx="4" type="title"/>
          </p:nvPr>
        </p:nvSpPr>
        <p:spPr>
          <a:xfrm>
            <a:off x="998025" y="2284938"/>
            <a:ext cx="807900" cy="64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34" name="Google Shape;434;p32"/>
          <p:cNvSpPr txBox="1"/>
          <p:nvPr>
            <p:ph idx="6" type="subTitle"/>
          </p:nvPr>
        </p:nvSpPr>
        <p:spPr>
          <a:xfrm>
            <a:off x="1679925" y="2318188"/>
            <a:ext cx="24753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Our Team</a:t>
            </a:r>
            <a:endParaRPr/>
          </a:p>
        </p:txBody>
      </p:sp>
      <p:sp>
        <p:nvSpPr>
          <p:cNvPr id="435" name="Google Shape;435;p32"/>
          <p:cNvSpPr txBox="1"/>
          <p:nvPr>
            <p:ph idx="7" type="title"/>
          </p:nvPr>
        </p:nvSpPr>
        <p:spPr>
          <a:xfrm>
            <a:off x="998025" y="3338025"/>
            <a:ext cx="807900" cy="64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436" name="Google Shape;436;p32"/>
          <p:cNvSpPr txBox="1"/>
          <p:nvPr>
            <p:ph idx="9" type="subTitle"/>
          </p:nvPr>
        </p:nvSpPr>
        <p:spPr>
          <a:xfrm>
            <a:off x="1630650" y="3538599"/>
            <a:ext cx="2475300" cy="40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Our Philosophy</a:t>
            </a:r>
            <a:endParaRPr/>
          </a:p>
        </p:txBody>
      </p:sp>
      <p:sp>
        <p:nvSpPr>
          <p:cNvPr id="437" name="Google Shape;437;p32"/>
          <p:cNvSpPr txBox="1"/>
          <p:nvPr>
            <p:ph idx="13" type="title"/>
          </p:nvPr>
        </p:nvSpPr>
        <p:spPr>
          <a:xfrm>
            <a:off x="4534350" y="1420188"/>
            <a:ext cx="807900" cy="64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438" name="Google Shape;438;p32"/>
          <p:cNvSpPr txBox="1"/>
          <p:nvPr>
            <p:ph idx="15" type="subTitle"/>
          </p:nvPr>
        </p:nvSpPr>
        <p:spPr>
          <a:xfrm>
            <a:off x="5280750" y="1591875"/>
            <a:ext cx="2914500" cy="40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Low </a:t>
            </a:r>
            <a:r>
              <a:rPr lang="en"/>
              <a:t>Volatility?</a:t>
            </a:r>
            <a:endParaRPr/>
          </a:p>
        </p:txBody>
      </p:sp>
      <p:sp>
        <p:nvSpPr>
          <p:cNvPr id="439" name="Google Shape;439;p32"/>
          <p:cNvSpPr txBox="1"/>
          <p:nvPr>
            <p:ph idx="16" type="title"/>
          </p:nvPr>
        </p:nvSpPr>
        <p:spPr>
          <a:xfrm>
            <a:off x="4534350" y="2284938"/>
            <a:ext cx="807900" cy="64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440" name="Google Shape;440;p32"/>
          <p:cNvSpPr txBox="1"/>
          <p:nvPr>
            <p:ph idx="18" type="subTitle"/>
          </p:nvPr>
        </p:nvSpPr>
        <p:spPr>
          <a:xfrm>
            <a:off x="5342250" y="2464949"/>
            <a:ext cx="2475300" cy="40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Our Portfolio</a:t>
            </a:r>
            <a:endParaRPr/>
          </a:p>
        </p:txBody>
      </p:sp>
      <p:sp>
        <p:nvSpPr>
          <p:cNvPr id="441" name="Google Shape;441;p32"/>
          <p:cNvSpPr txBox="1"/>
          <p:nvPr>
            <p:ph idx="19" type="title"/>
          </p:nvPr>
        </p:nvSpPr>
        <p:spPr>
          <a:xfrm>
            <a:off x="4534350" y="3338013"/>
            <a:ext cx="807900" cy="64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442" name="Google Shape;442;p32"/>
          <p:cNvSpPr txBox="1"/>
          <p:nvPr>
            <p:ph idx="21" type="subTitle"/>
          </p:nvPr>
        </p:nvSpPr>
        <p:spPr>
          <a:xfrm>
            <a:off x="5280750" y="3538599"/>
            <a:ext cx="2475300" cy="40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443" name="Google Shape;443;p32"/>
          <p:cNvSpPr/>
          <p:nvPr/>
        </p:nvSpPr>
        <p:spPr>
          <a:xfrm>
            <a:off x="998025" y="2039163"/>
            <a:ext cx="3157200" cy="19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2"/>
          <p:cNvSpPr/>
          <p:nvPr/>
        </p:nvSpPr>
        <p:spPr>
          <a:xfrm>
            <a:off x="998025" y="2882575"/>
            <a:ext cx="3157200" cy="19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5" name="Google Shape;445;p32" title="2.png"/>
          <p:cNvPicPr preferRelativeResize="0"/>
          <p:nvPr/>
        </p:nvPicPr>
        <p:blipFill rotWithShape="1">
          <a:blip r:embed="rId3">
            <a:alphaModFix/>
          </a:blip>
          <a:srcRect b="26386" l="15478" r="14985" t="19873"/>
          <a:stretch/>
        </p:blipFill>
        <p:spPr>
          <a:xfrm>
            <a:off x="8271120" y="4474225"/>
            <a:ext cx="741030" cy="572700"/>
          </a:xfrm>
          <a:prstGeom prst="rect">
            <a:avLst/>
          </a:prstGeom>
          <a:noFill/>
          <a:ln>
            <a:noFill/>
          </a:ln>
        </p:spPr>
      </p:pic>
      <p:sp>
        <p:nvSpPr>
          <p:cNvPr id="446" name="Google Shape;446;p32"/>
          <p:cNvSpPr/>
          <p:nvPr/>
        </p:nvSpPr>
        <p:spPr>
          <a:xfrm>
            <a:off x="998025" y="3980325"/>
            <a:ext cx="3157200" cy="19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2"/>
          <p:cNvSpPr/>
          <p:nvPr/>
        </p:nvSpPr>
        <p:spPr>
          <a:xfrm>
            <a:off x="4534350" y="2887600"/>
            <a:ext cx="3468300" cy="19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2"/>
          <p:cNvSpPr/>
          <p:nvPr/>
        </p:nvSpPr>
        <p:spPr>
          <a:xfrm>
            <a:off x="4534350" y="2011100"/>
            <a:ext cx="3468300" cy="19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2"/>
          <p:cNvSpPr/>
          <p:nvPr/>
        </p:nvSpPr>
        <p:spPr>
          <a:xfrm>
            <a:off x="4534350" y="3980325"/>
            <a:ext cx="3468300" cy="19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3"/>
          <p:cNvSpPr txBox="1"/>
          <p:nvPr>
            <p:ph type="title"/>
          </p:nvPr>
        </p:nvSpPr>
        <p:spPr>
          <a:xfrm>
            <a:off x="4820950" y="418075"/>
            <a:ext cx="4207500" cy="1520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600"/>
              <a:t>About Us</a:t>
            </a:r>
            <a:endParaRPr sz="4600"/>
          </a:p>
          <a:p>
            <a:pPr indent="0" lvl="0" marL="0" rtl="0" algn="ctr">
              <a:spcBef>
                <a:spcPts val="0"/>
              </a:spcBef>
              <a:spcAft>
                <a:spcPts val="0"/>
              </a:spcAft>
              <a:buNone/>
            </a:pPr>
            <a:r>
              <a:rPr i="1" lang="en" sz="2100"/>
              <a:t>Nimo Innocen Investments</a:t>
            </a:r>
            <a:endParaRPr i="1" sz="2100"/>
          </a:p>
        </p:txBody>
      </p:sp>
      <p:sp>
        <p:nvSpPr>
          <p:cNvPr id="455" name="Google Shape;455;p33"/>
          <p:cNvSpPr txBox="1"/>
          <p:nvPr>
            <p:ph idx="1" type="subTitle"/>
          </p:nvPr>
        </p:nvSpPr>
        <p:spPr>
          <a:xfrm>
            <a:off x="4951600" y="2080150"/>
            <a:ext cx="3946200" cy="1974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i="1" lang="en" sz="2000"/>
              <a:t>Proudly Canadian</a:t>
            </a:r>
            <a:endParaRPr b="1" i="1" sz="2000"/>
          </a:p>
          <a:p>
            <a:pPr indent="-342900" lvl="0" marL="457200" rtl="0" algn="l">
              <a:spcBef>
                <a:spcPts val="0"/>
              </a:spcBef>
              <a:spcAft>
                <a:spcPts val="0"/>
              </a:spcAft>
              <a:buSzPts val="1800"/>
              <a:buChar char="●"/>
            </a:pPr>
            <a:r>
              <a:rPr lang="en" sz="2000"/>
              <a:t>Based in Toronto, Canada</a:t>
            </a:r>
            <a:endParaRPr sz="2000"/>
          </a:p>
          <a:p>
            <a:pPr indent="-342900" lvl="0" marL="457200" rtl="0" algn="l">
              <a:spcBef>
                <a:spcPts val="0"/>
              </a:spcBef>
              <a:spcAft>
                <a:spcPts val="0"/>
              </a:spcAft>
              <a:buSzPts val="1800"/>
              <a:buChar char="●"/>
            </a:pPr>
            <a:r>
              <a:rPr lang="en" sz="2000"/>
              <a:t>Established in 2001</a:t>
            </a:r>
            <a:endParaRPr sz="2000"/>
          </a:p>
          <a:p>
            <a:pPr indent="-355600" lvl="0" marL="457200" rtl="0" algn="l">
              <a:spcBef>
                <a:spcPts val="0"/>
              </a:spcBef>
              <a:spcAft>
                <a:spcPts val="0"/>
              </a:spcAft>
              <a:buSzPts val="2000"/>
              <a:buChar char="●"/>
            </a:pPr>
            <a:r>
              <a:rPr lang="en" sz="2000"/>
              <a:t>$500M+ in Assets Under Management (AUM)</a:t>
            </a:r>
            <a:endParaRPr sz="2000"/>
          </a:p>
          <a:p>
            <a:pPr indent="-355600" lvl="0" marL="457200" rtl="0" algn="l">
              <a:spcBef>
                <a:spcPts val="0"/>
              </a:spcBef>
              <a:spcAft>
                <a:spcPts val="0"/>
              </a:spcAft>
              <a:buSzPts val="2000"/>
              <a:buChar char="●"/>
            </a:pPr>
            <a:r>
              <a:rPr lang="en" sz="2000"/>
              <a:t>1,200+ Satisfied Investors</a:t>
            </a:r>
            <a:endParaRPr sz="20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456" name="Google Shape;456;p33"/>
          <p:cNvPicPr preferRelativeResize="0"/>
          <p:nvPr>
            <p:ph idx="2" type="pic"/>
          </p:nvPr>
        </p:nvPicPr>
        <p:blipFill rotWithShape="1">
          <a:blip r:embed="rId3">
            <a:alphaModFix/>
          </a:blip>
          <a:srcRect b="0" l="20715" r="20715" t="0"/>
          <a:stretch/>
        </p:blipFill>
        <p:spPr>
          <a:xfrm>
            <a:off x="682650" y="743225"/>
            <a:ext cx="3225902" cy="3676393"/>
          </a:xfrm>
          <a:prstGeom prst="rect">
            <a:avLst/>
          </a:prstGeom>
        </p:spPr>
      </p:pic>
      <p:pic>
        <p:nvPicPr>
          <p:cNvPr id="457" name="Google Shape;457;p33" title="2.png"/>
          <p:cNvPicPr preferRelativeResize="0"/>
          <p:nvPr/>
        </p:nvPicPr>
        <p:blipFill rotWithShape="1">
          <a:blip r:embed="rId4">
            <a:alphaModFix/>
          </a:blip>
          <a:srcRect b="26386" l="15478" r="14985" t="19873"/>
          <a:stretch/>
        </p:blipFill>
        <p:spPr>
          <a:xfrm>
            <a:off x="8271120" y="4474225"/>
            <a:ext cx="741030" cy="572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Meet The Team</a:t>
            </a:r>
            <a:endParaRPr/>
          </a:p>
        </p:txBody>
      </p:sp>
      <p:sp>
        <p:nvSpPr>
          <p:cNvPr id="463" name="Google Shape;463;p34"/>
          <p:cNvSpPr txBox="1"/>
          <p:nvPr>
            <p:ph idx="1" type="subTitle"/>
          </p:nvPr>
        </p:nvSpPr>
        <p:spPr>
          <a:xfrm>
            <a:off x="1155575" y="3200400"/>
            <a:ext cx="2163900" cy="36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Jaspreet Grewal</a:t>
            </a:r>
            <a:endParaRPr sz="1600"/>
          </a:p>
        </p:txBody>
      </p:sp>
      <p:sp>
        <p:nvSpPr>
          <p:cNvPr id="464" name="Google Shape;464;p34"/>
          <p:cNvSpPr txBox="1"/>
          <p:nvPr>
            <p:ph idx="3" type="subTitle"/>
          </p:nvPr>
        </p:nvSpPr>
        <p:spPr>
          <a:xfrm>
            <a:off x="1084330" y="3560475"/>
            <a:ext cx="2306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Managing Partner</a:t>
            </a:r>
            <a:endParaRPr sz="1500"/>
          </a:p>
        </p:txBody>
      </p:sp>
      <p:sp>
        <p:nvSpPr>
          <p:cNvPr id="465" name="Google Shape;465;p34"/>
          <p:cNvSpPr txBox="1"/>
          <p:nvPr>
            <p:ph idx="1" type="subTitle"/>
          </p:nvPr>
        </p:nvSpPr>
        <p:spPr>
          <a:xfrm>
            <a:off x="3806038" y="3200400"/>
            <a:ext cx="2163900" cy="36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Hugo Ingrouille </a:t>
            </a:r>
            <a:endParaRPr sz="1600"/>
          </a:p>
        </p:txBody>
      </p:sp>
      <p:sp>
        <p:nvSpPr>
          <p:cNvPr id="466" name="Google Shape;466;p34"/>
          <p:cNvSpPr txBox="1"/>
          <p:nvPr>
            <p:ph idx="3" type="subTitle"/>
          </p:nvPr>
        </p:nvSpPr>
        <p:spPr>
          <a:xfrm>
            <a:off x="3734793" y="3560475"/>
            <a:ext cx="2306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Senior Risk Manager</a:t>
            </a:r>
            <a:endParaRPr sz="1500"/>
          </a:p>
          <a:p>
            <a:pPr indent="0" lvl="0" marL="0" rtl="0" algn="ctr">
              <a:spcBef>
                <a:spcPts val="0"/>
              </a:spcBef>
              <a:spcAft>
                <a:spcPts val="0"/>
              </a:spcAft>
              <a:buNone/>
            </a:pPr>
            <a:r>
              <a:t/>
            </a:r>
            <a:endParaRPr sz="1500"/>
          </a:p>
        </p:txBody>
      </p:sp>
      <p:sp>
        <p:nvSpPr>
          <p:cNvPr id="467" name="Google Shape;467;p34"/>
          <p:cNvSpPr txBox="1"/>
          <p:nvPr>
            <p:ph idx="1" type="subTitle"/>
          </p:nvPr>
        </p:nvSpPr>
        <p:spPr>
          <a:xfrm>
            <a:off x="6385250" y="3200400"/>
            <a:ext cx="2163900" cy="36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Selvin Furtado</a:t>
            </a:r>
            <a:endParaRPr sz="1600"/>
          </a:p>
        </p:txBody>
      </p:sp>
      <p:sp>
        <p:nvSpPr>
          <p:cNvPr id="468" name="Google Shape;468;p34"/>
          <p:cNvSpPr txBox="1"/>
          <p:nvPr>
            <p:ph idx="3" type="subTitle"/>
          </p:nvPr>
        </p:nvSpPr>
        <p:spPr>
          <a:xfrm>
            <a:off x="6314005" y="3560475"/>
            <a:ext cx="2306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Senior Portfolio Manager</a:t>
            </a:r>
            <a:endParaRPr sz="1500"/>
          </a:p>
        </p:txBody>
      </p:sp>
      <p:pic>
        <p:nvPicPr>
          <p:cNvPr id="469" name="Google Shape;469;p34" title="20230605_131539.jpg"/>
          <p:cNvPicPr preferRelativeResize="0"/>
          <p:nvPr/>
        </p:nvPicPr>
        <p:blipFill rotWithShape="1">
          <a:blip r:embed="rId3">
            <a:alphaModFix/>
          </a:blip>
          <a:srcRect b="45559" l="0" r="0" t="15007"/>
          <a:stretch/>
        </p:blipFill>
        <p:spPr>
          <a:xfrm>
            <a:off x="3909050" y="1476450"/>
            <a:ext cx="1828100" cy="1601198"/>
          </a:xfrm>
          <a:prstGeom prst="rect">
            <a:avLst/>
          </a:prstGeom>
          <a:noFill/>
          <a:ln>
            <a:noFill/>
          </a:ln>
        </p:spPr>
      </p:pic>
      <p:pic>
        <p:nvPicPr>
          <p:cNvPr id="470" name="Google Shape;470;p34" title="1718287584537.jpg"/>
          <p:cNvPicPr preferRelativeResize="0"/>
          <p:nvPr/>
        </p:nvPicPr>
        <p:blipFill>
          <a:blip r:embed="rId4">
            <a:alphaModFix/>
          </a:blip>
          <a:stretch>
            <a:fillRect/>
          </a:stretch>
        </p:blipFill>
        <p:spPr>
          <a:xfrm>
            <a:off x="1436925" y="1476450"/>
            <a:ext cx="1601200" cy="1601200"/>
          </a:xfrm>
          <a:prstGeom prst="rect">
            <a:avLst/>
          </a:prstGeom>
          <a:noFill/>
          <a:ln>
            <a:noFill/>
          </a:ln>
        </p:spPr>
      </p:pic>
      <p:pic>
        <p:nvPicPr>
          <p:cNvPr id="471" name="Google Shape;471;p34" title="2.png"/>
          <p:cNvPicPr preferRelativeResize="0"/>
          <p:nvPr/>
        </p:nvPicPr>
        <p:blipFill rotWithShape="1">
          <a:blip r:embed="rId5">
            <a:alphaModFix/>
          </a:blip>
          <a:srcRect b="26386" l="15478" r="14985" t="19873"/>
          <a:stretch/>
        </p:blipFill>
        <p:spPr>
          <a:xfrm>
            <a:off x="8271120" y="4474225"/>
            <a:ext cx="741030" cy="572700"/>
          </a:xfrm>
          <a:prstGeom prst="rect">
            <a:avLst/>
          </a:prstGeom>
          <a:noFill/>
          <a:ln>
            <a:noFill/>
          </a:ln>
        </p:spPr>
      </p:pic>
      <p:pic>
        <p:nvPicPr>
          <p:cNvPr id="472" name="Google Shape;472;p34" title="1659375805543.jpg"/>
          <p:cNvPicPr preferRelativeResize="0"/>
          <p:nvPr/>
        </p:nvPicPr>
        <p:blipFill>
          <a:blip r:embed="rId6">
            <a:alphaModFix/>
          </a:blip>
          <a:stretch>
            <a:fillRect/>
          </a:stretch>
        </p:blipFill>
        <p:spPr>
          <a:xfrm>
            <a:off x="6730825" y="1413775"/>
            <a:ext cx="1601200" cy="1601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5"/>
          <p:cNvSpPr txBox="1"/>
          <p:nvPr>
            <p:ph type="title"/>
          </p:nvPr>
        </p:nvSpPr>
        <p:spPr>
          <a:xfrm>
            <a:off x="8481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Mission</a:t>
            </a:r>
            <a:endParaRPr/>
          </a:p>
        </p:txBody>
      </p:sp>
      <p:sp>
        <p:nvSpPr>
          <p:cNvPr id="478" name="Google Shape;478;p35"/>
          <p:cNvSpPr txBox="1"/>
          <p:nvPr>
            <p:ph idx="1" type="body"/>
          </p:nvPr>
        </p:nvSpPr>
        <p:spPr>
          <a:xfrm>
            <a:off x="1005750" y="776400"/>
            <a:ext cx="7704000" cy="359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ctr">
              <a:spcBef>
                <a:spcPts val="0"/>
              </a:spcBef>
              <a:spcAft>
                <a:spcPts val="0"/>
              </a:spcAft>
              <a:buNone/>
            </a:pPr>
            <a:r>
              <a:t/>
            </a:r>
            <a:endParaRPr sz="2300">
              <a:solidFill>
                <a:schemeClr val="dk1"/>
              </a:solidFill>
            </a:endParaRPr>
          </a:p>
          <a:p>
            <a:pPr indent="0" lvl="0" marL="0" rtl="0" algn="ctr">
              <a:spcBef>
                <a:spcPts val="0"/>
              </a:spcBef>
              <a:spcAft>
                <a:spcPts val="0"/>
              </a:spcAft>
              <a:buNone/>
            </a:pPr>
            <a:r>
              <a:rPr lang="en" sz="2300">
                <a:solidFill>
                  <a:schemeClr val="dk1"/>
                </a:solidFill>
                <a:latin typeface="Montserrat"/>
                <a:ea typeface="Montserrat"/>
                <a:cs typeface="Montserrat"/>
                <a:sym typeface="Montserrat"/>
              </a:rPr>
              <a:t>At </a:t>
            </a:r>
            <a:r>
              <a:rPr lang="en" sz="2300">
                <a:solidFill>
                  <a:schemeClr val="dk1"/>
                </a:solidFill>
                <a:highlight>
                  <a:schemeClr val="dk2"/>
                </a:highlight>
                <a:latin typeface="Montserrat"/>
                <a:ea typeface="Montserrat"/>
                <a:cs typeface="Montserrat"/>
                <a:sym typeface="Montserrat"/>
              </a:rPr>
              <a:t>Nii</a:t>
            </a:r>
            <a:r>
              <a:rPr lang="en" sz="2300">
                <a:solidFill>
                  <a:schemeClr val="dk1"/>
                </a:solidFill>
                <a:latin typeface="Montserrat"/>
                <a:ea typeface="Montserrat"/>
                <a:cs typeface="Montserrat"/>
                <a:sym typeface="Montserrat"/>
              </a:rPr>
              <a:t> our mission is to provide fund members with </a:t>
            </a:r>
            <a:r>
              <a:rPr b="1" i="1" lang="en" sz="2300">
                <a:solidFill>
                  <a:schemeClr val="dk1"/>
                </a:solidFill>
                <a:latin typeface="Montserrat"/>
                <a:ea typeface="Montserrat"/>
                <a:cs typeface="Montserrat"/>
                <a:sym typeface="Montserrat"/>
              </a:rPr>
              <a:t>secure and consistent investment opportunities</a:t>
            </a:r>
            <a:r>
              <a:rPr lang="en" sz="2300">
                <a:solidFill>
                  <a:schemeClr val="dk1"/>
                </a:solidFill>
                <a:latin typeface="Montserrat"/>
                <a:ea typeface="Montserrat"/>
                <a:cs typeface="Montserrat"/>
                <a:sym typeface="Montserrat"/>
              </a:rPr>
              <a:t> that prioritize capital preservation and stable returns. We specialize in low-volatility investments that remain resilient amidst market fluctuations, </a:t>
            </a:r>
            <a:r>
              <a:rPr b="1" i="1" lang="en" sz="2300">
                <a:solidFill>
                  <a:schemeClr val="dk1"/>
                </a:solidFill>
                <a:latin typeface="Montserrat"/>
                <a:ea typeface="Montserrat"/>
                <a:cs typeface="Montserrat"/>
                <a:sym typeface="Montserrat"/>
              </a:rPr>
              <a:t>enabling our clients to achieve financial growth with confidence and peace of mind.</a:t>
            </a:r>
            <a:endParaRPr b="1" i="1" sz="2300">
              <a:solidFill>
                <a:schemeClr val="dk1"/>
              </a:solidFill>
              <a:latin typeface="Montserrat"/>
              <a:ea typeface="Montserrat"/>
              <a:cs typeface="Montserrat"/>
              <a:sym typeface="Montserrat"/>
            </a:endParaRPr>
          </a:p>
        </p:txBody>
      </p:sp>
      <p:pic>
        <p:nvPicPr>
          <p:cNvPr id="479" name="Google Shape;479;p35" title="2.png"/>
          <p:cNvPicPr preferRelativeResize="0"/>
          <p:nvPr/>
        </p:nvPicPr>
        <p:blipFill rotWithShape="1">
          <a:blip r:embed="rId3">
            <a:alphaModFix/>
          </a:blip>
          <a:srcRect b="26386" l="15478" r="14985" t="19873"/>
          <a:stretch/>
        </p:blipFill>
        <p:spPr>
          <a:xfrm>
            <a:off x="8271120" y="4474225"/>
            <a:ext cx="741030" cy="572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6"/>
          <p:cNvSpPr txBox="1"/>
          <p:nvPr>
            <p:ph type="title"/>
          </p:nvPr>
        </p:nvSpPr>
        <p:spPr>
          <a:xfrm>
            <a:off x="720000" y="417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a:t>
            </a:r>
            <a:r>
              <a:rPr lang="en"/>
              <a:t>Philosophy</a:t>
            </a:r>
            <a:r>
              <a:rPr lang="en"/>
              <a:t> </a:t>
            </a:r>
            <a:endParaRPr/>
          </a:p>
        </p:txBody>
      </p:sp>
      <p:sp>
        <p:nvSpPr>
          <p:cNvPr id="485" name="Google Shape;485;p36"/>
          <p:cNvSpPr txBox="1"/>
          <p:nvPr>
            <p:ph idx="1" type="body"/>
          </p:nvPr>
        </p:nvSpPr>
        <p:spPr>
          <a:xfrm>
            <a:off x="804050" y="1101775"/>
            <a:ext cx="7985100" cy="359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00">
                <a:latin typeface="Montserrat"/>
                <a:ea typeface="Montserrat"/>
                <a:cs typeface="Montserrat"/>
                <a:sym typeface="Montserrat"/>
              </a:rPr>
              <a:t>Covid 19 was a market shock to many and it economic as well as social effect are still being felt. Since the post Covid world the global trade market has becoming increasingly more volatile as once sound investments and supply lines were shown to be tenuous. While the cry of many that globalization is dead isn't not true we have seen it change and be put under increasing pressure as market adapt and nations evolve. </a:t>
            </a:r>
            <a:r>
              <a:rPr lang="en" sz="1300">
                <a:latin typeface="Montserrat"/>
                <a:ea typeface="Montserrat"/>
                <a:cs typeface="Montserrat"/>
                <a:sym typeface="Montserrat"/>
              </a:rPr>
              <a:t>One of these observed changes was that many large economic market are increasingly looking inwardly to expanding their own manufacturing base and economic systems.  </a:t>
            </a:r>
            <a:endParaRPr sz="1300">
              <a:latin typeface="Montserrat"/>
              <a:ea typeface="Montserrat"/>
              <a:cs typeface="Montserrat"/>
              <a:sym typeface="Montserrat"/>
            </a:endParaRPr>
          </a:p>
          <a:p>
            <a:pPr indent="0" lvl="0" marL="0" rtl="0" algn="ctr">
              <a:spcBef>
                <a:spcPts val="0"/>
              </a:spcBef>
              <a:spcAft>
                <a:spcPts val="0"/>
              </a:spcAft>
              <a:buNone/>
            </a:pPr>
            <a:r>
              <a:t/>
            </a:r>
            <a:endParaRPr sz="1300">
              <a:latin typeface="Montserrat"/>
              <a:ea typeface="Montserrat"/>
              <a:cs typeface="Montserrat"/>
              <a:sym typeface="Montserrat"/>
            </a:endParaRPr>
          </a:p>
          <a:p>
            <a:pPr indent="0" lvl="0" marL="0" rtl="0" algn="ctr">
              <a:spcBef>
                <a:spcPts val="0"/>
              </a:spcBef>
              <a:spcAft>
                <a:spcPts val="0"/>
              </a:spcAft>
              <a:buNone/>
            </a:pPr>
            <a:r>
              <a:rPr lang="en" sz="1300">
                <a:latin typeface="Montserrat"/>
                <a:ea typeface="Montserrat"/>
                <a:cs typeface="Montserrat"/>
                <a:sym typeface="Montserrat"/>
              </a:rPr>
              <a:t>Witnessing this we developed our philosophy that instead of betting on larger firms like technology we want to target the engines that provide the necessary services and minerals that exist in the North American Marketplace. </a:t>
            </a:r>
            <a:endParaRPr sz="1300">
              <a:latin typeface="Montserrat"/>
              <a:ea typeface="Montserrat"/>
              <a:cs typeface="Montserrat"/>
              <a:sym typeface="Montserrat"/>
            </a:endParaRPr>
          </a:p>
          <a:p>
            <a:pPr indent="0" lvl="0" marL="0" rtl="0" algn="ctr">
              <a:spcBef>
                <a:spcPts val="0"/>
              </a:spcBef>
              <a:spcAft>
                <a:spcPts val="0"/>
              </a:spcAft>
              <a:buNone/>
            </a:pPr>
            <a:r>
              <a:t/>
            </a:r>
            <a:endParaRPr b="1" i="1" sz="1300">
              <a:latin typeface="Montserrat"/>
              <a:ea typeface="Montserrat"/>
              <a:cs typeface="Montserrat"/>
              <a:sym typeface="Montserrat"/>
            </a:endParaRPr>
          </a:p>
          <a:p>
            <a:pPr indent="0" lvl="0" marL="0" rtl="0" algn="ctr">
              <a:spcBef>
                <a:spcPts val="0"/>
              </a:spcBef>
              <a:spcAft>
                <a:spcPts val="0"/>
              </a:spcAft>
              <a:buNone/>
            </a:pPr>
            <a:r>
              <a:rPr b="1" i="1" lang="en" sz="1500">
                <a:latin typeface="Montserrat"/>
                <a:ea typeface="Montserrat"/>
                <a:cs typeface="Montserrat"/>
                <a:sym typeface="Montserrat"/>
              </a:rPr>
              <a:t>In doing so we are investing in sectors that are low risk and essential but provide the fund with enough breadth of diversification to be insulated. </a:t>
            </a:r>
            <a:endParaRPr b="1" i="1" sz="1500">
              <a:latin typeface="Montserrat"/>
              <a:ea typeface="Montserrat"/>
              <a:cs typeface="Montserrat"/>
              <a:sym typeface="Montserrat"/>
            </a:endParaRPr>
          </a:p>
          <a:p>
            <a:pPr indent="0" lvl="0" marL="0" rtl="0" algn="l">
              <a:spcBef>
                <a:spcPts val="0"/>
              </a:spcBef>
              <a:spcAft>
                <a:spcPts val="0"/>
              </a:spcAft>
              <a:buNone/>
            </a:pPr>
            <a:r>
              <a:t/>
            </a:r>
            <a:endParaRPr/>
          </a:p>
        </p:txBody>
      </p:sp>
      <p:pic>
        <p:nvPicPr>
          <p:cNvPr id="486" name="Google Shape;486;p36" title="2.png"/>
          <p:cNvPicPr preferRelativeResize="0"/>
          <p:nvPr/>
        </p:nvPicPr>
        <p:blipFill rotWithShape="1">
          <a:blip r:embed="rId3">
            <a:alphaModFix/>
          </a:blip>
          <a:srcRect b="26386" l="15478" r="14985" t="19873"/>
          <a:stretch/>
        </p:blipFill>
        <p:spPr>
          <a:xfrm>
            <a:off x="8271120" y="4474225"/>
            <a:ext cx="741030" cy="572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37"/>
          <p:cNvSpPr txBox="1"/>
          <p:nvPr>
            <p:ph type="title"/>
          </p:nvPr>
        </p:nvSpPr>
        <p:spPr>
          <a:xfrm>
            <a:off x="953525" y="2955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is Low </a:t>
            </a:r>
            <a:r>
              <a:rPr lang="en"/>
              <a:t>Volatility</a:t>
            </a:r>
            <a:r>
              <a:rPr lang="en"/>
              <a:t>? </a:t>
            </a:r>
            <a:endParaRPr/>
          </a:p>
        </p:txBody>
      </p:sp>
      <p:sp>
        <p:nvSpPr>
          <p:cNvPr id="492" name="Google Shape;492;p37"/>
          <p:cNvSpPr txBox="1"/>
          <p:nvPr>
            <p:ph idx="1" type="body"/>
          </p:nvPr>
        </p:nvSpPr>
        <p:spPr>
          <a:xfrm>
            <a:off x="996687" y="1126550"/>
            <a:ext cx="7974600" cy="18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latin typeface="Montserrat"/>
                <a:ea typeface="Montserrat"/>
                <a:cs typeface="Montserrat"/>
                <a:sym typeface="Montserrat"/>
              </a:rPr>
              <a:t>A fund built from stocks, securities, or bonds that have low market volatility wherein volatility is often measured by standard deviation of the beta of returns</a:t>
            </a:r>
            <a:endParaRPr sz="1500">
              <a:solidFill>
                <a:srgbClr val="000000"/>
              </a:solidFill>
              <a:latin typeface="Montserrat"/>
              <a:ea typeface="Montserrat"/>
              <a:cs typeface="Montserrat"/>
              <a:sym typeface="Montserrat"/>
            </a:endParaRPr>
          </a:p>
          <a:p>
            <a:pPr indent="0" lvl="0" marL="0" rtl="0" algn="l">
              <a:spcBef>
                <a:spcPts val="0"/>
              </a:spcBef>
              <a:spcAft>
                <a:spcPts val="0"/>
              </a:spcAft>
              <a:buNone/>
            </a:pPr>
            <a:r>
              <a:t/>
            </a:r>
            <a:endParaRPr sz="1500">
              <a:solidFill>
                <a:srgbClr val="000000"/>
              </a:solidFill>
              <a:latin typeface="Montserrat"/>
              <a:ea typeface="Montserrat"/>
              <a:cs typeface="Montserrat"/>
              <a:sym typeface="Montserrat"/>
            </a:endParaRPr>
          </a:p>
          <a:p>
            <a:pPr indent="0" lvl="0" marL="0" rtl="0" algn="l">
              <a:spcBef>
                <a:spcPts val="0"/>
              </a:spcBef>
              <a:spcAft>
                <a:spcPts val="0"/>
              </a:spcAft>
              <a:buNone/>
            </a:pPr>
            <a:r>
              <a:rPr lang="en" sz="1500">
                <a:solidFill>
                  <a:srgbClr val="000000"/>
                </a:solidFill>
                <a:latin typeface="Montserrat"/>
                <a:ea typeface="Montserrat"/>
                <a:cs typeface="Montserrat"/>
                <a:sym typeface="Montserrat"/>
              </a:rPr>
              <a:t>A low </a:t>
            </a:r>
            <a:r>
              <a:rPr lang="en" sz="1500">
                <a:solidFill>
                  <a:srgbClr val="000000"/>
                </a:solidFill>
                <a:latin typeface="Montserrat"/>
                <a:ea typeface="Montserrat"/>
                <a:cs typeface="Montserrat"/>
                <a:sym typeface="Montserrat"/>
              </a:rPr>
              <a:t>volatility</a:t>
            </a:r>
            <a:r>
              <a:rPr lang="en" sz="1500">
                <a:solidFill>
                  <a:srgbClr val="000000"/>
                </a:solidFill>
                <a:latin typeface="Montserrat"/>
                <a:ea typeface="Montserrat"/>
                <a:cs typeface="Montserrat"/>
                <a:sym typeface="Montserrat"/>
              </a:rPr>
              <a:t> fund allows investors to have investments that are stable and give returns in both market downside and upside</a:t>
            </a:r>
            <a:endParaRPr sz="1500">
              <a:solidFill>
                <a:srgbClr val="000000"/>
              </a:solidFill>
              <a:latin typeface="Montserrat"/>
              <a:ea typeface="Montserrat"/>
              <a:cs typeface="Montserrat"/>
              <a:sym typeface="Montserrat"/>
            </a:endParaRPr>
          </a:p>
          <a:p>
            <a:pPr indent="0" lvl="0" marL="0" rtl="0" algn="l">
              <a:spcBef>
                <a:spcPts val="0"/>
              </a:spcBef>
              <a:spcAft>
                <a:spcPts val="0"/>
              </a:spcAft>
              <a:buNone/>
            </a:pPr>
            <a:r>
              <a:t/>
            </a:r>
            <a:endParaRPr sz="1500">
              <a:solidFill>
                <a:srgbClr val="000000"/>
              </a:solidFill>
              <a:latin typeface="Montserrat"/>
              <a:ea typeface="Montserrat"/>
              <a:cs typeface="Montserrat"/>
              <a:sym typeface="Montserrat"/>
            </a:endParaRPr>
          </a:p>
          <a:p>
            <a:pPr indent="0" lvl="0" marL="0" rtl="0" algn="l">
              <a:spcBef>
                <a:spcPts val="0"/>
              </a:spcBef>
              <a:spcAft>
                <a:spcPts val="0"/>
              </a:spcAft>
              <a:buNone/>
            </a:pPr>
            <a:r>
              <a:rPr lang="en" sz="1500">
                <a:solidFill>
                  <a:srgbClr val="000000"/>
                </a:solidFill>
                <a:latin typeface="Montserrat"/>
                <a:ea typeface="Montserrat"/>
                <a:cs typeface="Montserrat"/>
                <a:sym typeface="Montserrat"/>
              </a:rPr>
              <a:t>While margin for profit can be less than higher risk investment engines, they often have more consistent risk adjusted returns compared to high volatility indexes</a:t>
            </a:r>
            <a:endParaRPr sz="1500">
              <a:latin typeface="Montserrat"/>
              <a:ea typeface="Montserrat"/>
              <a:cs typeface="Montserrat"/>
              <a:sym typeface="Montserrat"/>
            </a:endParaRPr>
          </a:p>
        </p:txBody>
      </p:sp>
      <p:pic>
        <p:nvPicPr>
          <p:cNvPr id="493" name="Google Shape;493;p37" title="2.png"/>
          <p:cNvPicPr preferRelativeResize="0"/>
          <p:nvPr/>
        </p:nvPicPr>
        <p:blipFill rotWithShape="1">
          <a:blip r:embed="rId3">
            <a:alphaModFix/>
          </a:blip>
          <a:srcRect b="26386" l="15478" r="14985" t="19873"/>
          <a:stretch/>
        </p:blipFill>
        <p:spPr>
          <a:xfrm>
            <a:off x="8271120" y="4474225"/>
            <a:ext cx="741030" cy="572700"/>
          </a:xfrm>
          <a:prstGeom prst="rect">
            <a:avLst/>
          </a:prstGeom>
          <a:noFill/>
          <a:ln>
            <a:noFill/>
          </a:ln>
        </p:spPr>
      </p:pic>
      <p:pic>
        <p:nvPicPr>
          <p:cNvPr id="494" name="Google Shape;494;p37" title="Low vol_graph 2.PNG.png"/>
          <p:cNvPicPr preferRelativeResize="0"/>
          <p:nvPr/>
        </p:nvPicPr>
        <p:blipFill>
          <a:blip r:embed="rId4">
            <a:alphaModFix/>
          </a:blip>
          <a:stretch>
            <a:fillRect/>
          </a:stretch>
        </p:blipFill>
        <p:spPr>
          <a:xfrm>
            <a:off x="3700927" y="3456675"/>
            <a:ext cx="2566081" cy="1506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38"/>
          <p:cNvSpPr txBox="1"/>
          <p:nvPr>
            <p:ph type="title"/>
          </p:nvPr>
        </p:nvSpPr>
        <p:spPr>
          <a:xfrm>
            <a:off x="766700" y="2488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Low Volatility? </a:t>
            </a:r>
            <a:endParaRPr/>
          </a:p>
        </p:txBody>
      </p:sp>
      <p:pic>
        <p:nvPicPr>
          <p:cNvPr id="500" name="Google Shape;500;p38" title="Screen Shot 2025-03-23 at 1.53.53 PM.png"/>
          <p:cNvPicPr preferRelativeResize="0"/>
          <p:nvPr/>
        </p:nvPicPr>
        <p:blipFill>
          <a:blip r:embed="rId3">
            <a:alphaModFix/>
          </a:blip>
          <a:stretch>
            <a:fillRect/>
          </a:stretch>
        </p:blipFill>
        <p:spPr>
          <a:xfrm>
            <a:off x="2642088" y="1044113"/>
            <a:ext cx="3953225" cy="1969050"/>
          </a:xfrm>
          <a:prstGeom prst="rect">
            <a:avLst/>
          </a:prstGeom>
          <a:noFill/>
          <a:ln>
            <a:noFill/>
          </a:ln>
        </p:spPr>
      </p:pic>
      <p:pic>
        <p:nvPicPr>
          <p:cNvPr id="501" name="Google Shape;501;p38" title="Screen Shot 2025-03-23 at 1.51.42 PM 1.png"/>
          <p:cNvPicPr preferRelativeResize="0"/>
          <p:nvPr/>
        </p:nvPicPr>
        <p:blipFill>
          <a:blip r:embed="rId4">
            <a:alphaModFix/>
          </a:blip>
          <a:stretch>
            <a:fillRect/>
          </a:stretch>
        </p:blipFill>
        <p:spPr>
          <a:xfrm>
            <a:off x="1364950" y="3086250"/>
            <a:ext cx="6507500" cy="1489775"/>
          </a:xfrm>
          <a:prstGeom prst="rect">
            <a:avLst/>
          </a:prstGeom>
          <a:noFill/>
          <a:ln>
            <a:noFill/>
          </a:ln>
        </p:spPr>
      </p:pic>
      <p:pic>
        <p:nvPicPr>
          <p:cNvPr id="502" name="Google Shape;502;p38" title="2.png"/>
          <p:cNvPicPr preferRelativeResize="0"/>
          <p:nvPr/>
        </p:nvPicPr>
        <p:blipFill rotWithShape="1">
          <a:blip r:embed="rId5">
            <a:alphaModFix/>
          </a:blip>
          <a:srcRect b="26386" l="15478" r="14985" t="19873"/>
          <a:stretch/>
        </p:blipFill>
        <p:spPr>
          <a:xfrm>
            <a:off x="8271120" y="4474225"/>
            <a:ext cx="741030" cy="572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9"/>
          <p:cNvSpPr txBox="1"/>
          <p:nvPr>
            <p:ph type="title"/>
          </p:nvPr>
        </p:nvSpPr>
        <p:spPr>
          <a:xfrm>
            <a:off x="1195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Fund </a:t>
            </a:r>
            <a:r>
              <a:rPr lang="en"/>
              <a:t>Parameters</a:t>
            </a:r>
            <a:r>
              <a:rPr lang="en"/>
              <a:t> </a:t>
            </a:r>
            <a:endParaRPr/>
          </a:p>
        </p:txBody>
      </p:sp>
      <p:sp>
        <p:nvSpPr>
          <p:cNvPr id="508" name="Google Shape;508;p39"/>
          <p:cNvSpPr txBox="1"/>
          <p:nvPr>
            <p:ph idx="1" type="body"/>
          </p:nvPr>
        </p:nvSpPr>
        <p:spPr>
          <a:xfrm>
            <a:off x="1195000" y="1136475"/>
            <a:ext cx="7704000" cy="359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a:p>
            <a:pPr indent="0" lvl="0" marL="0" rtl="0" algn="ctr">
              <a:spcBef>
                <a:spcPts val="0"/>
              </a:spcBef>
              <a:spcAft>
                <a:spcPts val="0"/>
              </a:spcAft>
              <a:buNone/>
            </a:pPr>
            <a:r>
              <a:rPr lang="en" sz="2000">
                <a:solidFill>
                  <a:schemeClr val="dk1"/>
                </a:solidFill>
                <a:highlight>
                  <a:schemeClr val="dk2"/>
                </a:highlight>
                <a:latin typeface="Montserrat"/>
                <a:ea typeface="Montserrat"/>
                <a:cs typeface="Montserrat"/>
                <a:sym typeface="Montserrat"/>
              </a:rPr>
              <a:t>NII</a:t>
            </a:r>
            <a:r>
              <a:rPr lang="en" sz="2000">
                <a:solidFill>
                  <a:schemeClr val="dk1"/>
                </a:solidFill>
                <a:latin typeface="Montserrat"/>
                <a:ea typeface="Montserrat"/>
                <a:cs typeface="Montserrat"/>
                <a:sym typeface="Montserrat"/>
              </a:rPr>
              <a:t> </a:t>
            </a:r>
            <a:r>
              <a:rPr lang="en" sz="2000">
                <a:solidFill>
                  <a:schemeClr val="dk1"/>
                </a:solidFill>
                <a:latin typeface="Montserrat"/>
                <a:ea typeface="Montserrat"/>
                <a:cs typeface="Montserrat"/>
                <a:sym typeface="Montserrat"/>
              </a:rPr>
              <a:t>Low Vol Portfolio is a fund created to invest Globally.</a:t>
            </a:r>
            <a:endParaRPr sz="2000">
              <a:solidFill>
                <a:schemeClr val="dk1"/>
              </a:solidFill>
              <a:latin typeface="Montserrat"/>
              <a:ea typeface="Montserrat"/>
              <a:cs typeface="Montserrat"/>
              <a:sym typeface="Montserrat"/>
            </a:endParaRPr>
          </a:p>
          <a:p>
            <a:pPr indent="0" lvl="0" marL="0" rtl="0" algn="ctr">
              <a:spcBef>
                <a:spcPts val="0"/>
              </a:spcBef>
              <a:spcAft>
                <a:spcPts val="0"/>
              </a:spcAft>
              <a:buNone/>
            </a:pPr>
            <a:r>
              <a:rPr i="1" lang="en" sz="2000">
                <a:solidFill>
                  <a:schemeClr val="dk1"/>
                </a:solidFill>
                <a:latin typeface="Montserrat"/>
                <a:ea typeface="Montserrat"/>
                <a:cs typeface="Montserrat"/>
                <a:sym typeface="Montserrat"/>
              </a:rPr>
              <a:t>The portfolio consists of </a:t>
            </a:r>
            <a:r>
              <a:rPr i="1" lang="en" sz="2000">
                <a:solidFill>
                  <a:schemeClr val="dk1"/>
                </a:solidFill>
                <a:latin typeface="Montserrat"/>
                <a:ea typeface="Montserrat"/>
                <a:cs typeface="Montserrat"/>
                <a:sym typeface="Montserrat"/>
              </a:rPr>
              <a:t>34 equities and 3 bonds.</a:t>
            </a:r>
            <a:endParaRPr i="1" sz="2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2000">
              <a:solidFill>
                <a:schemeClr val="dk1"/>
              </a:solidFill>
              <a:latin typeface="Montserrat"/>
              <a:ea typeface="Montserrat"/>
              <a:cs typeface="Montserrat"/>
              <a:sym typeface="Montserrat"/>
            </a:endParaRPr>
          </a:p>
          <a:p>
            <a:pPr indent="0" lvl="0" marL="0" rtl="0" algn="ctr">
              <a:spcBef>
                <a:spcPts val="0"/>
              </a:spcBef>
              <a:spcAft>
                <a:spcPts val="0"/>
              </a:spcAft>
              <a:buNone/>
            </a:pPr>
            <a:r>
              <a:rPr b="1" lang="en" sz="2000">
                <a:solidFill>
                  <a:schemeClr val="dk1"/>
                </a:solidFill>
                <a:latin typeface="Montserrat"/>
                <a:ea typeface="Montserrat"/>
                <a:cs typeface="Montserrat"/>
                <a:sym typeface="Montserrat"/>
              </a:rPr>
              <a:t>56.12% of our portfolio is Canadian </a:t>
            </a:r>
            <a:endParaRPr b="1" sz="2000">
              <a:solidFill>
                <a:schemeClr val="dk1"/>
              </a:solidFill>
              <a:latin typeface="Montserrat"/>
              <a:ea typeface="Montserrat"/>
              <a:cs typeface="Montserrat"/>
              <a:sym typeface="Montserrat"/>
            </a:endParaRPr>
          </a:p>
          <a:p>
            <a:pPr indent="0" lvl="0" marL="0" rtl="0" algn="ctr">
              <a:spcBef>
                <a:spcPts val="0"/>
              </a:spcBef>
              <a:spcAft>
                <a:spcPts val="0"/>
              </a:spcAft>
              <a:buNone/>
            </a:pPr>
            <a:r>
              <a:rPr lang="en" sz="2000">
                <a:solidFill>
                  <a:schemeClr val="dk1"/>
                </a:solidFill>
                <a:latin typeface="Montserrat"/>
                <a:ea typeface="Montserrat"/>
                <a:cs typeface="Montserrat"/>
                <a:sym typeface="Montserrat"/>
              </a:rPr>
              <a:t>27.27% is American </a:t>
            </a:r>
            <a:endParaRPr sz="2000">
              <a:solidFill>
                <a:schemeClr val="dk1"/>
              </a:solidFill>
              <a:latin typeface="Montserrat"/>
              <a:ea typeface="Montserrat"/>
              <a:cs typeface="Montserrat"/>
              <a:sym typeface="Montserrat"/>
            </a:endParaRPr>
          </a:p>
          <a:p>
            <a:pPr indent="0" lvl="0" marL="0" rtl="0" algn="ctr">
              <a:spcBef>
                <a:spcPts val="0"/>
              </a:spcBef>
              <a:spcAft>
                <a:spcPts val="0"/>
              </a:spcAft>
              <a:buNone/>
            </a:pPr>
            <a:r>
              <a:rPr lang="en" sz="2000">
                <a:solidFill>
                  <a:schemeClr val="dk1"/>
                </a:solidFill>
                <a:latin typeface="Montserrat"/>
                <a:ea typeface="Montserrat"/>
                <a:cs typeface="Montserrat"/>
                <a:sym typeface="Montserrat"/>
              </a:rPr>
              <a:t>11.85% is Middle East </a:t>
            </a:r>
            <a:endParaRPr sz="2000">
              <a:solidFill>
                <a:schemeClr val="dk1"/>
              </a:solidFill>
              <a:latin typeface="Montserrat"/>
              <a:ea typeface="Montserrat"/>
              <a:cs typeface="Montserrat"/>
              <a:sym typeface="Montserrat"/>
            </a:endParaRPr>
          </a:p>
          <a:p>
            <a:pPr indent="0" lvl="0" marL="0" rtl="0" algn="ctr">
              <a:spcBef>
                <a:spcPts val="0"/>
              </a:spcBef>
              <a:spcAft>
                <a:spcPts val="0"/>
              </a:spcAft>
              <a:buNone/>
            </a:pPr>
            <a:r>
              <a:rPr lang="en" sz="2000">
                <a:solidFill>
                  <a:schemeClr val="dk1"/>
                </a:solidFill>
                <a:latin typeface="Montserrat"/>
                <a:ea typeface="Montserrat"/>
                <a:cs typeface="Montserrat"/>
                <a:sym typeface="Montserrat"/>
              </a:rPr>
              <a:t>4.76% is Europe </a:t>
            </a:r>
            <a:endParaRPr sz="2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a:p>
        </p:txBody>
      </p:sp>
      <p:pic>
        <p:nvPicPr>
          <p:cNvPr id="509" name="Google Shape;509;p39" title="2.png"/>
          <p:cNvPicPr preferRelativeResize="0"/>
          <p:nvPr/>
        </p:nvPicPr>
        <p:blipFill rotWithShape="1">
          <a:blip r:embed="rId3">
            <a:alphaModFix/>
          </a:blip>
          <a:srcRect b="26386" l="15478" r="14985" t="19873"/>
          <a:stretch/>
        </p:blipFill>
        <p:spPr>
          <a:xfrm>
            <a:off x="8271120" y="4474225"/>
            <a:ext cx="741030" cy="572700"/>
          </a:xfrm>
          <a:prstGeom prst="rect">
            <a:avLst/>
          </a:prstGeom>
          <a:noFill/>
          <a:ln>
            <a:noFill/>
          </a:ln>
        </p:spPr>
      </p:pic>
      <p:pic>
        <p:nvPicPr>
          <p:cNvPr id="510" name="Google Shape;510;p39" title="images.png"/>
          <p:cNvPicPr preferRelativeResize="0"/>
          <p:nvPr/>
        </p:nvPicPr>
        <p:blipFill>
          <a:blip r:embed="rId4">
            <a:alphaModFix/>
          </a:blip>
          <a:stretch>
            <a:fillRect/>
          </a:stretch>
        </p:blipFill>
        <p:spPr>
          <a:xfrm>
            <a:off x="7446025" y="2469578"/>
            <a:ext cx="741025" cy="37051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0"/>
          <p:cNvSpPr txBox="1"/>
          <p:nvPr>
            <p:ph type="title"/>
          </p:nvPr>
        </p:nvSpPr>
        <p:spPr>
          <a:xfrm>
            <a:off x="720000" y="3723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Sector Breakdown Q42024</a:t>
            </a:r>
            <a:endParaRPr/>
          </a:p>
        </p:txBody>
      </p:sp>
      <p:pic>
        <p:nvPicPr>
          <p:cNvPr id="516" name="Google Shape;516;p40" title="Screen Shot 2025-03-26 at 4.12.19 PM.png"/>
          <p:cNvPicPr preferRelativeResize="0"/>
          <p:nvPr/>
        </p:nvPicPr>
        <p:blipFill>
          <a:blip r:embed="rId3">
            <a:alphaModFix/>
          </a:blip>
          <a:stretch>
            <a:fillRect/>
          </a:stretch>
        </p:blipFill>
        <p:spPr>
          <a:xfrm>
            <a:off x="1084750" y="1102900"/>
            <a:ext cx="7638075" cy="3424900"/>
          </a:xfrm>
          <a:prstGeom prst="rect">
            <a:avLst/>
          </a:prstGeom>
          <a:noFill/>
          <a:ln>
            <a:noFill/>
          </a:ln>
        </p:spPr>
      </p:pic>
      <p:pic>
        <p:nvPicPr>
          <p:cNvPr id="517" name="Google Shape;517;p40" title="2.png"/>
          <p:cNvPicPr preferRelativeResize="0"/>
          <p:nvPr/>
        </p:nvPicPr>
        <p:blipFill rotWithShape="1">
          <a:blip r:embed="rId4">
            <a:alphaModFix/>
          </a:blip>
          <a:srcRect b="26386" l="15478" r="14985" t="19873"/>
          <a:stretch/>
        </p:blipFill>
        <p:spPr>
          <a:xfrm>
            <a:off x="8271120" y="4474225"/>
            <a:ext cx="741030" cy="572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1"/>
          <p:cNvSpPr txBox="1"/>
          <p:nvPr>
            <p:ph type="title"/>
          </p:nvPr>
        </p:nvSpPr>
        <p:spPr>
          <a:xfrm>
            <a:off x="925900" y="1664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Sector Breakdown Q42024 </a:t>
            </a:r>
            <a:endParaRPr sz="3200"/>
          </a:p>
          <a:p>
            <a:pPr indent="0" lvl="0" marL="0" rtl="0" algn="ctr">
              <a:spcBef>
                <a:spcPts val="0"/>
              </a:spcBef>
              <a:spcAft>
                <a:spcPts val="0"/>
              </a:spcAft>
              <a:buNone/>
            </a:pPr>
            <a:r>
              <a:rPr i="1" lang="en" sz="2500"/>
              <a:t>by position</a:t>
            </a:r>
            <a:endParaRPr i="1" sz="2500"/>
          </a:p>
        </p:txBody>
      </p:sp>
      <p:pic>
        <p:nvPicPr>
          <p:cNvPr id="523" name="Google Shape;523;p41" title="Screen Shot 2025-03-26 at 5.26.03 PM.png"/>
          <p:cNvPicPr preferRelativeResize="0"/>
          <p:nvPr/>
        </p:nvPicPr>
        <p:blipFill>
          <a:blip r:embed="rId3">
            <a:alphaModFix/>
          </a:blip>
          <a:stretch>
            <a:fillRect/>
          </a:stretch>
        </p:blipFill>
        <p:spPr>
          <a:xfrm>
            <a:off x="925900" y="1241325"/>
            <a:ext cx="7867650" cy="3295650"/>
          </a:xfrm>
          <a:prstGeom prst="rect">
            <a:avLst/>
          </a:prstGeom>
          <a:noFill/>
          <a:ln>
            <a:noFill/>
          </a:ln>
        </p:spPr>
      </p:pic>
      <p:pic>
        <p:nvPicPr>
          <p:cNvPr id="524" name="Google Shape;524;p41" title="2.png"/>
          <p:cNvPicPr preferRelativeResize="0"/>
          <p:nvPr/>
        </p:nvPicPr>
        <p:blipFill rotWithShape="1">
          <a:blip r:embed="rId4">
            <a:alphaModFix/>
          </a:blip>
          <a:srcRect b="26386" l="15478" r="14985" t="19873"/>
          <a:stretch/>
        </p:blipFill>
        <p:spPr>
          <a:xfrm>
            <a:off x="8271120" y="4474225"/>
            <a:ext cx="741030" cy="572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2"/>
          <p:cNvSpPr txBox="1"/>
          <p:nvPr>
            <p:ph type="title"/>
          </p:nvPr>
        </p:nvSpPr>
        <p:spPr>
          <a:xfrm>
            <a:off x="947475" y="2391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Funds Holdings </a:t>
            </a:r>
            <a:endParaRPr/>
          </a:p>
        </p:txBody>
      </p:sp>
      <p:graphicFrame>
        <p:nvGraphicFramePr>
          <p:cNvPr id="530" name="Google Shape;530;p42"/>
          <p:cNvGraphicFramePr/>
          <p:nvPr/>
        </p:nvGraphicFramePr>
        <p:xfrm>
          <a:off x="755875" y="1339275"/>
          <a:ext cx="3000000" cy="3000000"/>
        </p:xfrm>
        <a:graphic>
          <a:graphicData uri="http://schemas.openxmlformats.org/drawingml/2006/table">
            <a:tbl>
              <a:tblPr>
                <a:noFill/>
                <a:tableStyleId>{06FBC4D8-6C67-4ECD-B6DF-E36B7A80D997}</a:tableStyleId>
              </a:tblPr>
              <a:tblGrid>
                <a:gridCol w="3064675"/>
                <a:gridCol w="2842350"/>
                <a:gridCol w="2260400"/>
              </a:tblGrid>
              <a:tr h="195550">
                <a:tc>
                  <a:txBody>
                    <a:bodyPr/>
                    <a:lstStyle/>
                    <a:p>
                      <a:pPr indent="0" lvl="0" marL="0" rtl="0" algn="l">
                        <a:lnSpc>
                          <a:spcPct val="115000"/>
                        </a:lnSpc>
                        <a:spcBef>
                          <a:spcPts val="0"/>
                        </a:spcBef>
                        <a:spcAft>
                          <a:spcPts val="0"/>
                        </a:spcAft>
                        <a:buNone/>
                      </a:pPr>
                      <a:r>
                        <a:rPr lang="en" sz="1000"/>
                        <a:t>TELUS 1.75%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TMX GROUP LIMITED 3.75%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BARRICK GOLD CORP 2.16%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5550">
                <a:tc>
                  <a:txBody>
                    <a:bodyPr/>
                    <a:lstStyle/>
                    <a:p>
                      <a:pPr indent="0" lvl="0" marL="0" rtl="0" algn="l">
                        <a:lnSpc>
                          <a:spcPct val="115000"/>
                        </a:lnSpc>
                        <a:spcBef>
                          <a:spcPts val="0"/>
                        </a:spcBef>
                        <a:spcAft>
                          <a:spcPts val="0"/>
                        </a:spcAft>
                        <a:buNone/>
                      </a:pPr>
                      <a:r>
                        <a:rPr lang="en" sz="1000"/>
                        <a:t>VERIZON COMMUNICATIONS 1.75%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TORONTO-DOMINION BANK 3.75%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FREEPORT MCMORAN B 2.16%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0000">
                <a:tc>
                  <a:txBody>
                    <a:bodyPr/>
                    <a:lstStyle/>
                    <a:p>
                      <a:pPr indent="0" lvl="0" marL="0" rtl="0" algn="l">
                        <a:lnSpc>
                          <a:spcPct val="115000"/>
                        </a:lnSpc>
                        <a:spcBef>
                          <a:spcPts val="0"/>
                        </a:spcBef>
                        <a:spcAft>
                          <a:spcPts val="0"/>
                        </a:spcAft>
                        <a:buNone/>
                      </a:pPr>
                      <a:r>
                        <a:rPr lang="en" sz="1000"/>
                        <a:t>ROGERS 1.75%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ROYAL BANK OF CANADA 3.75%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ANGLO AMERICAN PLC 2.16%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5525">
                <a:tc>
                  <a:txBody>
                    <a:bodyPr/>
                    <a:lstStyle/>
                    <a:p>
                      <a:pPr indent="0" lvl="0" marL="0" rtl="0" algn="l">
                        <a:lnSpc>
                          <a:spcPct val="115000"/>
                        </a:lnSpc>
                        <a:spcBef>
                          <a:spcPts val="0"/>
                        </a:spcBef>
                        <a:spcAft>
                          <a:spcPts val="0"/>
                        </a:spcAft>
                        <a:buNone/>
                      </a:pPr>
                      <a:r>
                        <a:rPr lang="en" sz="1000"/>
                        <a:t>SAUDI TELECOM 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AL RAJHI BANKING &amp; INVESTMENT CORP. 3.75%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WHEATON PRECIOUS METALS 2.16%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5550">
                <a:tc>
                  <a:txBody>
                    <a:bodyPr/>
                    <a:lstStyle/>
                    <a:p>
                      <a:pPr indent="0" lvl="0" marL="0" rtl="0" algn="l">
                        <a:lnSpc>
                          <a:spcPct val="115000"/>
                        </a:lnSpc>
                        <a:spcBef>
                          <a:spcPts val="0"/>
                        </a:spcBef>
                        <a:spcAft>
                          <a:spcPts val="0"/>
                        </a:spcAft>
                        <a:buNone/>
                      </a:pPr>
                      <a:r>
                        <a:rPr lang="en" sz="1000"/>
                        <a:t>PEPSICO INC 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INTERMEDIATE CAPITAL GRP 3.75%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NUCOR CORP 2.16%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5550">
                <a:tc>
                  <a:txBody>
                    <a:bodyPr/>
                    <a:lstStyle/>
                    <a:p>
                      <a:pPr indent="0" lvl="0" marL="0" rtl="0" algn="l">
                        <a:lnSpc>
                          <a:spcPct val="115000"/>
                        </a:lnSpc>
                        <a:spcBef>
                          <a:spcPts val="0"/>
                        </a:spcBef>
                        <a:spcAft>
                          <a:spcPts val="0"/>
                        </a:spcAft>
                        <a:buNone/>
                      </a:pPr>
                      <a:r>
                        <a:rPr lang="en" sz="1000"/>
                        <a:t>THE COCA-COLA COMPANY 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GREAT-WEST LIFECO INC 3.75%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RIYADH CEMENT CO. 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5525">
                <a:tc>
                  <a:txBody>
                    <a:bodyPr/>
                    <a:lstStyle/>
                    <a:p>
                      <a:pPr indent="0" lvl="0" marL="0" rtl="0" algn="l">
                        <a:lnSpc>
                          <a:spcPct val="115000"/>
                        </a:lnSpc>
                        <a:spcBef>
                          <a:spcPts val="0"/>
                        </a:spcBef>
                        <a:spcAft>
                          <a:spcPts val="0"/>
                        </a:spcAft>
                        <a:buNone/>
                      </a:pPr>
                      <a:r>
                        <a:rPr lang="en" sz="1000"/>
                        <a:t>JOHNSON &amp; JOHNSON 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MANULIFE 3.75%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CANADIAN PACIFIC KANSAS CITY LTD 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5550">
                <a:tc>
                  <a:txBody>
                    <a:bodyPr/>
                    <a:lstStyle/>
                    <a:p>
                      <a:pPr indent="0" lvl="0" marL="0" rtl="0" algn="l">
                        <a:lnSpc>
                          <a:spcPct val="115000"/>
                        </a:lnSpc>
                        <a:spcBef>
                          <a:spcPts val="0"/>
                        </a:spcBef>
                        <a:spcAft>
                          <a:spcPts val="0"/>
                        </a:spcAft>
                        <a:buNone/>
                      </a:pPr>
                      <a:r>
                        <a:rPr lang="en" sz="1000"/>
                        <a:t>PROCTER &amp; GAMBLE 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SUN LIFE FINANCIAL 3.75%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CANADIAN NATL RAILWAY CO 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5550">
                <a:tc>
                  <a:txBody>
                    <a:bodyPr/>
                    <a:lstStyle/>
                    <a:p>
                      <a:pPr indent="0" lvl="0" marL="0" rtl="0" algn="l">
                        <a:lnSpc>
                          <a:spcPct val="115000"/>
                        </a:lnSpc>
                        <a:spcBef>
                          <a:spcPts val="0"/>
                        </a:spcBef>
                        <a:spcAft>
                          <a:spcPts val="0"/>
                        </a:spcAft>
                        <a:buNone/>
                      </a:pPr>
                      <a:r>
                        <a:rPr lang="en" sz="1000"/>
                        <a:t>ENBRIDGE 4.33%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RESMED INC 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WEIR GROUP 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5550">
                <a:tc>
                  <a:txBody>
                    <a:bodyPr/>
                    <a:lstStyle/>
                    <a:p>
                      <a:pPr indent="0" lvl="0" marL="0" rtl="0" algn="l">
                        <a:lnSpc>
                          <a:spcPct val="115000"/>
                        </a:lnSpc>
                        <a:spcBef>
                          <a:spcPts val="0"/>
                        </a:spcBef>
                        <a:spcAft>
                          <a:spcPts val="0"/>
                        </a:spcAft>
                        <a:buNone/>
                      </a:pPr>
                      <a:r>
                        <a:rPr lang="en" sz="1000"/>
                        <a:t>FORTIS INC 4.34%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NEWMONT CORP 2.2%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WASTE CONNECTIONS INC 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5550">
                <a:tc>
                  <a:txBody>
                    <a:bodyPr/>
                    <a:lstStyle/>
                    <a:p>
                      <a:pPr indent="0" lvl="0" marL="0" rtl="0" algn="l">
                        <a:lnSpc>
                          <a:spcPct val="115000"/>
                        </a:lnSpc>
                        <a:spcBef>
                          <a:spcPts val="0"/>
                        </a:spcBef>
                        <a:spcAft>
                          <a:spcPts val="0"/>
                        </a:spcAft>
                        <a:buNone/>
                      </a:pPr>
                      <a:r>
                        <a:rPr lang="en" sz="1000"/>
                        <a:t>EMERA INC 4.33%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CVS HEALTH CORP BOND 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CANADIAN TREASURY BONDS 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4650">
                <a:tc>
                  <a:txBody>
                    <a:bodyPr/>
                    <a:lstStyle/>
                    <a:p>
                      <a:pPr indent="0" lvl="0" marL="0" rtl="0" algn="l">
                        <a:lnSpc>
                          <a:spcPct val="115000"/>
                        </a:lnSpc>
                        <a:spcBef>
                          <a:spcPts val="0"/>
                        </a:spcBef>
                        <a:spcAft>
                          <a:spcPts val="0"/>
                        </a:spcAft>
                        <a:buNone/>
                      </a:pPr>
                      <a:r>
                        <a:rPr lang="en" sz="1000"/>
                        <a:t>U.S. TREASURY BOND 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531" name="Google Shape;531;p42"/>
          <p:cNvSpPr txBox="1"/>
          <p:nvPr/>
        </p:nvSpPr>
        <p:spPr>
          <a:xfrm>
            <a:off x="2862725" y="751300"/>
            <a:ext cx="37302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2100">
                <a:solidFill>
                  <a:schemeClr val="dk1"/>
                </a:solidFill>
                <a:latin typeface="Montserrat ExtraBold"/>
                <a:ea typeface="Montserrat ExtraBold"/>
                <a:cs typeface="Montserrat ExtraBold"/>
                <a:sym typeface="Montserrat ExtraBold"/>
              </a:rPr>
              <a:t>December 2024</a:t>
            </a:r>
            <a:endParaRPr i="1" sz="2100">
              <a:solidFill>
                <a:schemeClr val="dk1"/>
              </a:solidFill>
              <a:latin typeface="Montserrat ExtraBold"/>
              <a:ea typeface="Montserrat ExtraBold"/>
              <a:cs typeface="Montserrat ExtraBold"/>
              <a:sym typeface="Montserrat ExtraBold"/>
            </a:endParaRPr>
          </a:p>
        </p:txBody>
      </p:sp>
      <p:pic>
        <p:nvPicPr>
          <p:cNvPr id="532" name="Google Shape;532;p42" title="2.png"/>
          <p:cNvPicPr preferRelativeResize="0"/>
          <p:nvPr/>
        </p:nvPicPr>
        <p:blipFill rotWithShape="1">
          <a:blip r:embed="rId3">
            <a:alphaModFix/>
          </a:blip>
          <a:srcRect b="26386" l="15478" r="14985" t="19873"/>
          <a:stretch/>
        </p:blipFill>
        <p:spPr>
          <a:xfrm>
            <a:off x="8271120" y="4474225"/>
            <a:ext cx="741030" cy="572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43"/>
          <p:cNvSpPr txBox="1"/>
          <p:nvPr>
            <p:ph type="title"/>
          </p:nvPr>
        </p:nvSpPr>
        <p:spPr>
          <a:xfrm>
            <a:off x="720000" y="2028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10 Lowest Beta Stock</a:t>
            </a:r>
            <a:endParaRPr/>
          </a:p>
        </p:txBody>
      </p:sp>
      <p:graphicFrame>
        <p:nvGraphicFramePr>
          <p:cNvPr id="538" name="Google Shape;538;p43"/>
          <p:cNvGraphicFramePr/>
          <p:nvPr/>
        </p:nvGraphicFramePr>
        <p:xfrm>
          <a:off x="1278750" y="1000150"/>
          <a:ext cx="3000000" cy="3000000"/>
        </p:xfrm>
        <a:graphic>
          <a:graphicData uri="http://schemas.openxmlformats.org/drawingml/2006/table">
            <a:tbl>
              <a:tblPr>
                <a:noFill/>
                <a:tableStyleId>{06FBC4D8-6C67-4ECD-B6DF-E36B7A80D997}</a:tableStyleId>
              </a:tblPr>
              <a:tblGrid>
                <a:gridCol w="3007900"/>
                <a:gridCol w="1995625"/>
                <a:gridCol w="2270350"/>
              </a:tblGrid>
              <a:tr h="228600">
                <a:tc>
                  <a:txBody>
                    <a:bodyPr/>
                    <a:lstStyle/>
                    <a:p>
                      <a:pPr indent="0" lvl="0" marL="0" rtl="0" algn="l">
                        <a:lnSpc>
                          <a:spcPct val="115000"/>
                        </a:lnSpc>
                        <a:spcBef>
                          <a:spcPts val="0"/>
                        </a:spcBef>
                        <a:spcAft>
                          <a:spcPts val="0"/>
                        </a:spcAft>
                        <a:buNone/>
                      </a:pPr>
                      <a:r>
                        <a:rPr b="1" lang="en" sz="1500"/>
                        <a:t>STOCK</a:t>
                      </a:r>
                      <a:endParaRPr b="1" sz="15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t>5 - YEAR BETA</a:t>
                      </a:r>
                      <a:endParaRPr b="1" sz="15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t>WEIGHT</a:t>
                      </a:r>
                      <a:endParaRPr b="1" sz="15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300"/>
                        <a:t>SAUDI TELECOM</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0.13</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1.75</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300"/>
                        <a:t>RIYADH CEMENT CO.</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0.21</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2.6</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300"/>
                        <a:t>PEPSICO INC</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0.236</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2</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300"/>
                        <a:t>EMERA INC</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0.26</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4.33</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300"/>
                        <a:t>TMX GROUP LIMITED</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0.38</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3.75</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300"/>
                        <a:t>VERIZON COMMUNICATIONS</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0.388</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1.75</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300"/>
                        <a:t>PROCTER &amp; GAMBLE</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0.418</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2</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300"/>
                        <a:t>FORTIS INC</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0.46</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4.34</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300"/>
                        <a:t>JOHNSON &amp; JOHNSON</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0.468</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2</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300"/>
                        <a:t>BARRICK GOLD CORP</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0.51</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2.16</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300"/>
                        <a:t>Total</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300"/>
                        <a:t>26.68</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8125">
                <a:tc gridSpan="3">
                  <a:txBody>
                    <a:bodyPr/>
                    <a:lstStyle/>
                    <a:p>
                      <a:pPr indent="0" lvl="0" marL="0" rtl="0" algn="l">
                        <a:lnSpc>
                          <a:spcPct val="115000"/>
                        </a:lnSpc>
                        <a:spcBef>
                          <a:spcPts val="0"/>
                        </a:spcBef>
                        <a:spcAft>
                          <a:spcPts val="0"/>
                        </a:spcAft>
                        <a:buNone/>
                      </a:pPr>
                      <a:r>
                        <a:rPr b="1" i="1" lang="en" sz="1600"/>
                        <a:t>Over 1/4 of our portfolio has a 5-Year beta ~ 0.5</a:t>
                      </a:r>
                      <a:endParaRPr b="1" i="1" sz="16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r>
            </a:tbl>
          </a:graphicData>
        </a:graphic>
      </p:graphicFrame>
      <p:pic>
        <p:nvPicPr>
          <p:cNvPr id="539" name="Google Shape;539;p43" title="2.png"/>
          <p:cNvPicPr preferRelativeResize="0"/>
          <p:nvPr/>
        </p:nvPicPr>
        <p:blipFill rotWithShape="1">
          <a:blip r:embed="rId3">
            <a:alphaModFix/>
          </a:blip>
          <a:srcRect b="26386" l="15478" r="14985" t="19873"/>
          <a:stretch/>
        </p:blipFill>
        <p:spPr>
          <a:xfrm>
            <a:off x="8271120" y="4474225"/>
            <a:ext cx="741030" cy="572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44"/>
          <p:cNvSpPr txBox="1"/>
          <p:nvPr>
            <p:ph type="title"/>
          </p:nvPr>
        </p:nvSpPr>
        <p:spPr>
          <a:xfrm>
            <a:off x="720000" y="3602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10 Lowest Beta Stock</a:t>
            </a:r>
            <a:endParaRPr/>
          </a:p>
        </p:txBody>
      </p:sp>
      <p:graphicFrame>
        <p:nvGraphicFramePr>
          <p:cNvPr id="545" name="Google Shape;545;p44"/>
          <p:cNvGraphicFramePr/>
          <p:nvPr/>
        </p:nvGraphicFramePr>
        <p:xfrm>
          <a:off x="4621475" y="1569425"/>
          <a:ext cx="3000000" cy="3000000"/>
        </p:xfrm>
        <a:graphic>
          <a:graphicData uri="http://schemas.openxmlformats.org/drawingml/2006/table">
            <a:tbl>
              <a:tblPr>
                <a:noFill/>
                <a:tableStyleId>{06FBC4D8-6C67-4ECD-B6DF-E36B7A80D997}</a:tableStyleId>
              </a:tblPr>
              <a:tblGrid>
                <a:gridCol w="2657475"/>
                <a:gridCol w="1295400"/>
              </a:tblGrid>
              <a:tr h="228600">
                <a:tc>
                  <a:txBody>
                    <a:bodyPr/>
                    <a:lstStyle/>
                    <a:p>
                      <a:pPr indent="0" lvl="0" marL="0" rtl="0" algn="l">
                        <a:lnSpc>
                          <a:spcPct val="115000"/>
                        </a:lnSpc>
                        <a:spcBef>
                          <a:spcPts val="0"/>
                        </a:spcBef>
                        <a:spcAft>
                          <a:spcPts val="0"/>
                        </a:spcAft>
                        <a:buNone/>
                      </a:pPr>
                      <a:r>
                        <a:rPr b="1" lang="en" sz="1200"/>
                        <a:t>STOCK</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t>2024 BETA</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SAUDI TELECOM</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0.13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RIYADH CEMENT CO.</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0.21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EMERA INC</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VERIZON COMMUNICATIONS</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0.34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JOHNSON &amp; JOHNSON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0.34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TMX GROUP LIMITED</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0.38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PROCTER &amp; GAMBLE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FORTIS INC</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0.46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AL RAJHI BANKING &amp; INVESTMENT CORP.</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0.48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BARRICK GOLD CORP</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0.51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546" name="Google Shape;546;p44"/>
          <p:cNvGraphicFramePr/>
          <p:nvPr/>
        </p:nvGraphicFramePr>
        <p:xfrm>
          <a:off x="1024400" y="1569425"/>
          <a:ext cx="3000000" cy="3000000"/>
        </p:xfrm>
        <a:graphic>
          <a:graphicData uri="http://schemas.openxmlformats.org/drawingml/2006/table">
            <a:tbl>
              <a:tblPr>
                <a:noFill/>
                <a:tableStyleId>{06FBC4D8-6C67-4ECD-B6DF-E36B7A80D997}</a:tableStyleId>
              </a:tblPr>
              <a:tblGrid>
                <a:gridCol w="2105025"/>
                <a:gridCol w="1266825"/>
              </a:tblGrid>
              <a:tr h="228600">
                <a:tc>
                  <a:txBody>
                    <a:bodyPr/>
                    <a:lstStyle/>
                    <a:p>
                      <a:pPr indent="0" lvl="0" marL="0" rtl="0" algn="l">
                        <a:lnSpc>
                          <a:spcPct val="115000"/>
                        </a:lnSpc>
                        <a:spcBef>
                          <a:spcPts val="0"/>
                        </a:spcBef>
                        <a:spcAft>
                          <a:spcPts val="0"/>
                        </a:spcAft>
                        <a:buNone/>
                      </a:pPr>
                      <a:r>
                        <a:rPr b="1" lang="en" sz="1200"/>
                        <a:t>STOCK</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t>2020 BETA</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PEPSICO INC</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SAUDI TELECOM</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0.13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RIYADH CEMENT CO.</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0.21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PROCTER &amp; GAMBLE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0.23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EMERA INC</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TMX GROUP LIMITED</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0.38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VERIZON COMMUNICATIONS</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0.43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THE COCA-COLA COMPANY</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0.44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ROGERS COMMUNICATIONS</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0.46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FORTIS INC</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0.46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547" name="Google Shape;547;p44" title="2.png"/>
          <p:cNvPicPr preferRelativeResize="0"/>
          <p:nvPr/>
        </p:nvPicPr>
        <p:blipFill rotWithShape="1">
          <a:blip r:embed="rId3">
            <a:alphaModFix/>
          </a:blip>
          <a:srcRect b="26386" l="15478" r="14985" t="19873"/>
          <a:stretch/>
        </p:blipFill>
        <p:spPr>
          <a:xfrm>
            <a:off x="8271120" y="4474225"/>
            <a:ext cx="741030" cy="572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45"/>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Historical performance of Low/Min Volatility Portfolio</a:t>
            </a:r>
            <a:endParaRPr/>
          </a:p>
        </p:txBody>
      </p:sp>
      <p:pic>
        <p:nvPicPr>
          <p:cNvPr id="553" name="Google Shape;553;p45" title="2.png"/>
          <p:cNvPicPr preferRelativeResize="0"/>
          <p:nvPr/>
        </p:nvPicPr>
        <p:blipFill rotWithShape="1">
          <a:blip r:embed="rId3">
            <a:alphaModFix/>
          </a:blip>
          <a:srcRect b="26386" l="15478" r="14985" t="19873"/>
          <a:stretch/>
        </p:blipFill>
        <p:spPr>
          <a:xfrm>
            <a:off x="8271120" y="4474225"/>
            <a:ext cx="741030" cy="572700"/>
          </a:xfrm>
          <a:prstGeom prst="rect">
            <a:avLst/>
          </a:prstGeom>
          <a:noFill/>
          <a:ln>
            <a:noFill/>
          </a:ln>
        </p:spPr>
      </p:pic>
      <p:pic>
        <p:nvPicPr>
          <p:cNvPr id="554" name="Google Shape;554;p45" title="Chart"/>
          <p:cNvPicPr preferRelativeResize="0"/>
          <p:nvPr/>
        </p:nvPicPr>
        <p:blipFill>
          <a:blip r:embed="rId4">
            <a:alphaModFix/>
          </a:blip>
          <a:stretch>
            <a:fillRect/>
          </a:stretch>
        </p:blipFill>
        <p:spPr>
          <a:xfrm>
            <a:off x="1411524" y="1111450"/>
            <a:ext cx="6520824" cy="4032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46"/>
          <p:cNvSpPr txBox="1"/>
          <p:nvPr>
            <p:ph type="title"/>
          </p:nvPr>
        </p:nvSpPr>
        <p:spPr>
          <a:xfrm>
            <a:off x="567125" y="-469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Cumulative </a:t>
            </a:r>
            <a:r>
              <a:rPr lang="en"/>
              <a:t>Portfolio and S&amp;P 500 Composite Performance </a:t>
            </a:r>
            <a:endParaRPr/>
          </a:p>
        </p:txBody>
      </p:sp>
      <p:pic>
        <p:nvPicPr>
          <p:cNvPr id="560" name="Google Shape;560;p46" title="2.png"/>
          <p:cNvPicPr preferRelativeResize="0"/>
          <p:nvPr/>
        </p:nvPicPr>
        <p:blipFill rotWithShape="1">
          <a:blip r:embed="rId3">
            <a:alphaModFix/>
          </a:blip>
          <a:srcRect b="26386" l="15478" r="14985" t="19873"/>
          <a:stretch/>
        </p:blipFill>
        <p:spPr>
          <a:xfrm>
            <a:off x="8271120" y="4474225"/>
            <a:ext cx="741030" cy="572700"/>
          </a:xfrm>
          <a:prstGeom prst="rect">
            <a:avLst/>
          </a:prstGeom>
          <a:noFill/>
          <a:ln>
            <a:noFill/>
          </a:ln>
        </p:spPr>
      </p:pic>
      <p:pic>
        <p:nvPicPr>
          <p:cNvPr id="561" name="Google Shape;561;p46" title="Chart"/>
          <p:cNvPicPr preferRelativeResize="0"/>
          <p:nvPr/>
        </p:nvPicPr>
        <p:blipFill>
          <a:blip r:embed="rId4">
            <a:alphaModFix/>
          </a:blip>
          <a:stretch>
            <a:fillRect/>
          </a:stretch>
        </p:blipFill>
        <p:spPr>
          <a:xfrm>
            <a:off x="1343025" y="1157275"/>
            <a:ext cx="6457950" cy="398621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47"/>
          <p:cNvSpPr txBox="1"/>
          <p:nvPr>
            <p:ph type="title"/>
          </p:nvPr>
        </p:nvSpPr>
        <p:spPr>
          <a:xfrm>
            <a:off x="657850" y="-716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t>
            </a:r>
            <a:r>
              <a:rPr lang="en"/>
              <a:t>erformance Attributions </a:t>
            </a:r>
            <a:endParaRPr/>
          </a:p>
          <a:p>
            <a:pPr indent="0" lvl="0" marL="0" rtl="0" algn="ctr">
              <a:spcBef>
                <a:spcPts val="0"/>
              </a:spcBef>
              <a:spcAft>
                <a:spcPts val="0"/>
              </a:spcAft>
              <a:buNone/>
            </a:pPr>
            <a:r>
              <a:rPr lang="en"/>
              <a:t>at 5 years</a:t>
            </a:r>
            <a:endParaRPr/>
          </a:p>
        </p:txBody>
      </p:sp>
      <p:pic>
        <p:nvPicPr>
          <p:cNvPr id="567" name="Google Shape;567;p47" title="2.png"/>
          <p:cNvPicPr preferRelativeResize="0"/>
          <p:nvPr/>
        </p:nvPicPr>
        <p:blipFill rotWithShape="1">
          <a:blip r:embed="rId3">
            <a:alphaModFix/>
          </a:blip>
          <a:srcRect b="26386" l="15478" r="14985" t="19873"/>
          <a:stretch/>
        </p:blipFill>
        <p:spPr>
          <a:xfrm>
            <a:off x="8271120" y="4474225"/>
            <a:ext cx="741030" cy="572700"/>
          </a:xfrm>
          <a:prstGeom prst="rect">
            <a:avLst/>
          </a:prstGeom>
          <a:noFill/>
          <a:ln>
            <a:noFill/>
          </a:ln>
        </p:spPr>
      </p:pic>
      <p:pic>
        <p:nvPicPr>
          <p:cNvPr id="568" name="Google Shape;568;p47" title="Chart"/>
          <p:cNvPicPr preferRelativeResize="0"/>
          <p:nvPr/>
        </p:nvPicPr>
        <p:blipFill>
          <a:blip r:embed="rId4">
            <a:alphaModFix/>
          </a:blip>
          <a:stretch>
            <a:fillRect/>
          </a:stretch>
        </p:blipFill>
        <p:spPr>
          <a:xfrm>
            <a:off x="891100" y="1038075"/>
            <a:ext cx="3187499" cy="1971124"/>
          </a:xfrm>
          <a:prstGeom prst="rect">
            <a:avLst/>
          </a:prstGeom>
          <a:noFill/>
          <a:ln>
            <a:noFill/>
          </a:ln>
        </p:spPr>
      </p:pic>
      <p:pic>
        <p:nvPicPr>
          <p:cNvPr id="569" name="Google Shape;569;p47" title="Chart"/>
          <p:cNvPicPr preferRelativeResize="0"/>
          <p:nvPr/>
        </p:nvPicPr>
        <p:blipFill>
          <a:blip r:embed="rId5">
            <a:alphaModFix/>
          </a:blip>
          <a:stretch>
            <a:fillRect/>
          </a:stretch>
        </p:blipFill>
        <p:spPr>
          <a:xfrm>
            <a:off x="4651100" y="1104275"/>
            <a:ext cx="3829801" cy="2379400"/>
          </a:xfrm>
          <a:prstGeom prst="rect">
            <a:avLst/>
          </a:prstGeom>
          <a:noFill/>
          <a:ln>
            <a:noFill/>
          </a:ln>
        </p:spPr>
      </p:pic>
      <p:pic>
        <p:nvPicPr>
          <p:cNvPr id="570" name="Google Shape;570;p47" title="Chart"/>
          <p:cNvPicPr preferRelativeResize="0"/>
          <p:nvPr/>
        </p:nvPicPr>
        <p:blipFill>
          <a:blip r:embed="rId6">
            <a:alphaModFix/>
          </a:blip>
          <a:stretch>
            <a:fillRect/>
          </a:stretch>
        </p:blipFill>
        <p:spPr>
          <a:xfrm>
            <a:off x="1270600" y="3092375"/>
            <a:ext cx="3301399" cy="2051126"/>
          </a:xfrm>
          <a:prstGeom prst="rect">
            <a:avLst/>
          </a:prstGeom>
          <a:noFill/>
          <a:ln>
            <a:noFill/>
          </a:ln>
        </p:spPr>
      </p:pic>
      <p:pic>
        <p:nvPicPr>
          <p:cNvPr id="571" name="Google Shape;571;p47" title="Chart"/>
          <p:cNvPicPr preferRelativeResize="0"/>
          <p:nvPr/>
        </p:nvPicPr>
        <p:blipFill>
          <a:blip r:embed="rId7">
            <a:alphaModFix/>
          </a:blip>
          <a:stretch>
            <a:fillRect/>
          </a:stretch>
        </p:blipFill>
        <p:spPr>
          <a:xfrm>
            <a:off x="4783375" y="2891802"/>
            <a:ext cx="3434474" cy="2155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48"/>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Cumulative Portfolio with Market Funds </a:t>
            </a:r>
            <a:r>
              <a:rPr lang="en"/>
              <a:t>comparison</a:t>
            </a:r>
            <a:r>
              <a:rPr lang="en"/>
              <a:t> </a:t>
            </a:r>
            <a:endParaRPr/>
          </a:p>
        </p:txBody>
      </p:sp>
      <p:pic>
        <p:nvPicPr>
          <p:cNvPr id="577" name="Google Shape;577;p48" title="2.png"/>
          <p:cNvPicPr preferRelativeResize="0"/>
          <p:nvPr/>
        </p:nvPicPr>
        <p:blipFill rotWithShape="1">
          <a:blip r:embed="rId3">
            <a:alphaModFix/>
          </a:blip>
          <a:srcRect b="26386" l="15478" r="14985" t="19873"/>
          <a:stretch/>
        </p:blipFill>
        <p:spPr>
          <a:xfrm>
            <a:off x="8271120" y="4474225"/>
            <a:ext cx="741030" cy="572700"/>
          </a:xfrm>
          <a:prstGeom prst="rect">
            <a:avLst/>
          </a:prstGeom>
          <a:noFill/>
          <a:ln>
            <a:noFill/>
          </a:ln>
        </p:spPr>
      </p:pic>
      <p:pic>
        <p:nvPicPr>
          <p:cNvPr id="578" name="Google Shape;578;p48" title="Chart"/>
          <p:cNvPicPr preferRelativeResize="0"/>
          <p:nvPr/>
        </p:nvPicPr>
        <p:blipFill>
          <a:blip r:embed="rId4">
            <a:alphaModFix/>
          </a:blip>
          <a:stretch>
            <a:fillRect/>
          </a:stretch>
        </p:blipFill>
        <p:spPr>
          <a:xfrm>
            <a:off x="1528950" y="1128875"/>
            <a:ext cx="6492651" cy="40146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49"/>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Cumulative Portfolio with Canadian Funds comparison </a:t>
            </a:r>
            <a:endParaRPr/>
          </a:p>
        </p:txBody>
      </p:sp>
      <p:pic>
        <p:nvPicPr>
          <p:cNvPr id="584" name="Google Shape;584;p49" title="2.png"/>
          <p:cNvPicPr preferRelativeResize="0"/>
          <p:nvPr/>
        </p:nvPicPr>
        <p:blipFill rotWithShape="1">
          <a:blip r:embed="rId3">
            <a:alphaModFix/>
          </a:blip>
          <a:srcRect b="26386" l="15478" r="14985" t="19873"/>
          <a:stretch/>
        </p:blipFill>
        <p:spPr>
          <a:xfrm>
            <a:off x="8271120" y="4474225"/>
            <a:ext cx="741030" cy="572700"/>
          </a:xfrm>
          <a:prstGeom prst="rect">
            <a:avLst/>
          </a:prstGeom>
          <a:noFill/>
          <a:ln>
            <a:noFill/>
          </a:ln>
        </p:spPr>
      </p:pic>
      <p:pic>
        <p:nvPicPr>
          <p:cNvPr id="585" name="Google Shape;585;p49" title="Chart"/>
          <p:cNvPicPr preferRelativeResize="0"/>
          <p:nvPr/>
        </p:nvPicPr>
        <p:blipFill>
          <a:blip r:embed="rId4">
            <a:alphaModFix/>
          </a:blip>
          <a:stretch>
            <a:fillRect/>
          </a:stretch>
        </p:blipFill>
        <p:spPr>
          <a:xfrm>
            <a:off x="1423275" y="1083525"/>
            <a:ext cx="6566025" cy="4059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50"/>
          <p:cNvSpPr txBox="1"/>
          <p:nvPr>
            <p:ph idx="1" type="subTitle"/>
          </p:nvPr>
        </p:nvSpPr>
        <p:spPr>
          <a:xfrm>
            <a:off x="720066" y="1470363"/>
            <a:ext cx="2447400" cy="779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Consistent Returns </a:t>
            </a:r>
            <a:endParaRPr/>
          </a:p>
        </p:txBody>
      </p:sp>
      <p:sp>
        <p:nvSpPr>
          <p:cNvPr id="591" name="Google Shape;591;p50"/>
          <p:cNvSpPr txBox="1"/>
          <p:nvPr>
            <p:ph idx="5" type="subTitle"/>
          </p:nvPr>
        </p:nvSpPr>
        <p:spPr>
          <a:xfrm>
            <a:off x="3183050" y="1414313"/>
            <a:ext cx="2881800" cy="779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Proven Track Record &amp; Expertise</a:t>
            </a:r>
            <a:endParaRPr/>
          </a:p>
        </p:txBody>
      </p:sp>
      <p:sp>
        <p:nvSpPr>
          <p:cNvPr id="592" name="Google Shape;592;p50"/>
          <p:cNvSpPr txBox="1"/>
          <p:nvPr>
            <p:ph idx="6" type="subTitle"/>
          </p:nvPr>
        </p:nvSpPr>
        <p:spPr>
          <a:xfrm>
            <a:off x="5976534" y="1470363"/>
            <a:ext cx="2447400" cy="779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Client-Centric Philosophy</a:t>
            </a:r>
            <a:endParaRPr/>
          </a:p>
        </p:txBody>
      </p:sp>
      <p:sp>
        <p:nvSpPr>
          <p:cNvPr id="593" name="Google Shape;593;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Sets Us Apart?</a:t>
            </a:r>
            <a:endParaRPr/>
          </a:p>
        </p:txBody>
      </p:sp>
      <p:sp>
        <p:nvSpPr>
          <p:cNvPr id="594" name="Google Shape;594;p50"/>
          <p:cNvSpPr txBox="1"/>
          <p:nvPr>
            <p:ph idx="2" type="subTitle"/>
          </p:nvPr>
        </p:nvSpPr>
        <p:spPr>
          <a:xfrm>
            <a:off x="720066" y="2249449"/>
            <a:ext cx="2447400" cy="892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00"/>
              <a:t>Our disciplined approach focuses on low-risk, stable investments that are resilient to market fluctuations, ensuring steady and predictable returns for our clients.</a:t>
            </a:r>
            <a:endParaRPr sz="1000"/>
          </a:p>
        </p:txBody>
      </p:sp>
      <p:sp>
        <p:nvSpPr>
          <p:cNvPr id="595" name="Google Shape;595;p50"/>
          <p:cNvSpPr txBox="1"/>
          <p:nvPr>
            <p:ph idx="3" type="subTitle"/>
          </p:nvPr>
        </p:nvSpPr>
        <p:spPr>
          <a:xfrm>
            <a:off x="3096125" y="2249450"/>
            <a:ext cx="2769600" cy="892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00"/>
              <a:t>With over two decades of experience and a strong reputation in the Canadian financial landscape, we leverage deep market insights and strategic asset management</a:t>
            </a:r>
            <a:endParaRPr sz="1000"/>
          </a:p>
        </p:txBody>
      </p:sp>
      <p:sp>
        <p:nvSpPr>
          <p:cNvPr id="596" name="Google Shape;596;p50"/>
          <p:cNvSpPr txBox="1"/>
          <p:nvPr>
            <p:ph idx="4" type="subTitle"/>
          </p:nvPr>
        </p:nvSpPr>
        <p:spPr>
          <a:xfrm>
            <a:off x="6064850" y="2249450"/>
            <a:ext cx="2343600" cy="892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00"/>
              <a:t>We prioritize trust, transparency, and long-term relationships, offering personalized investment solutions that align with our clients’ financial goals</a:t>
            </a:r>
            <a:endParaRPr sz="1000"/>
          </a:p>
        </p:txBody>
      </p:sp>
      <p:sp>
        <p:nvSpPr>
          <p:cNvPr id="597" name="Google Shape;597;p50"/>
          <p:cNvSpPr/>
          <p:nvPr/>
        </p:nvSpPr>
        <p:spPr>
          <a:xfrm>
            <a:off x="720066" y="3295238"/>
            <a:ext cx="2447400" cy="1057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50"/>
          <p:cNvSpPr/>
          <p:nvPr/>
        </p:nvSpPr>
        <p:spPr>
          <a:xfrm>
            <a:off x="3348300" y="3295238"/>
            <a:ext cx="2447400" cy="1057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50"/>
          <p:cNvSpPr/>
          <p:nvPr/>
        </p:nvSpPr>
        <p:spPr>
          <a:xfrm>
            <a:off x="5976534" y="3295238"/>
            <a:ext cx="2447400" cy="1057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0" name="Google Shape;600;p50"/>
          <p:cNvGrpSpPr/>
          <p:nvPr/>
        </p:nvGrpSpPr>
        <p:grpSpPr>
          <a:xfrm>
            <a:off x="4351971" y="3580027"/>
            <a:ext cx="440057" cy="487921"/>
            <a:chOff x="3300325" y="249875"/>
            <a:chExt cx="433725" cy="480900"/>
          </a:xfrm>
        </p:grpSpPr>
        <p:sp>
          <p:nvSpPr>
            <p:cNvPr id="601" name="Google Shape;601;p50"/>
            <p:cNvSpPr/>
            <p:nvPr/>
          </p:nvSpPr>
          <p:spPr>
            <a:xfrm>
              <a:off x="3610875" y="334550"/>
              <a:ext cx="56475" cy="28250"/>
            </a:xfrm>
            <a:custGeom>
              <a:rect b="b" l="l" r="r" t="t"/>
              <a:pathLst>
                <a:path extrusionOk="0" h="1130" w="2259">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02" name="Google Shape;602;p50"/>
            <p:cNvSpPr/>
            <p:nvPr/>
          </p:nvSpPr>
          <p:spPr>
            <a:xfrm>
              <a:off x="3467675" y="249875"/>
              <a:ext cx="46400" cy="56475"/>
            </a:xfrm>
            <a:custGeom>
              <a:rect b="b" l="l" r="r" t="t"/>
              <a:pathLst>
                <a:path extrusionOk="0" h="2259" w="1856">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03" name="Google Shape;603;p50"/>
            <p:cNvSpPr/>
            <p:nvPr/>
          </p:nvSpPr>
          <p:spPr>
            <a:xfrm>
              <a:off x="3566525" y="249875"/>
              <a:ext cx="46400" cy="56475"/>
            </a:xfrm>
            <a:custGeom>
              <a:rect b="b" l="l" r="r" t="t"/>
              <a:pathLst>
                <a:path extrusionOk="0" h="2259" w="1856">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04" name="Google Shape;604;p50"/>
            <p:cNvSpPr/>
            <p:nvPr/>
          </p:nvSpPr>
          <p:spPr>
            <a:xfrm>
              <a:off x="3413250" y="334550"/>
              <a:ext cx="56500" cy="28250"/>
            </a:xfrm>
            <a:custGeom>
              <a:rect b="b" l="l" r="r" t="t"/>
              <a:pathLst>
                <a:path extrusionOk="0" h="1130" w="226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05" name="Google Shape;605;p50"/>
            <p:cNvSpPr/>
            <p:nvPr/>
          </p:nvSpPr>
          <p:spPr>
            <a:xfrm>
              <a:off x="3300325" y="476675"/>
              <a:ext cx="84725" cy="254100"/>
            </a:xfrm>
            <a:custGeom>
              <a:rect b="b" l="l" r="r" t="t"/>
              <a:pathLst>
                <a:path extrusionOk="0" h="10164" w="3389">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06" name="Google Shape;606;p50"/>
            <p:cNvSpPr/>
            <p:nvPr/>
          </p:nvSpPr>
          <p:spPr>
            <a:xfrm>
              <a:off x="3413250" y="335525"/>
              <a:ext cx="320800" cy="395250"/>
            </a:xfrm>
            <a:custGeom>
              <a:rect b="b" l="l" r="r" t="t"/>
              <a:pathLst>
                <a:path extrusionOk="0" h="15810" w="12832">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07" name="Google Shape;607;p50"/>
          <p:cNvGrpSpPr/>
          <p:nvPr/>
        </p:nvGrpSpPr>
        <p:grpSpPr>
          <a:xfrm>
            <a:off x="6980216" y="3606095"/>
            <a:ext cx="440036" cy="435785"/>
            <a:chOff x="5049725" y="1435050"/>
            <a:chExt cx="486550" cy="481850"/>
          </a:xfrm>
        </p:grpSpPr>
        <p:sp>
          <p:nvSpPr>
            <p:cNvPr id="608" name="Google Shape;608;p50"/>
            <p:cNvSpPr/>
            <p:nvPr/>
          </p:nvSpPr>
          <p:spPr>
            <a:xfrm>
              <a:off x="5136300" y="1519775"/>
              <a:ext cx="310550" cy="310550"/>
            </a:xfrm>
            <a:custGeom>
              <a:rect b="b" l="l" r="r" t="t"/>
              <a:pathLst>
                <a:path extrusionOk="0" h="12422" w="12422">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09" name="Google Shape;609;p50"/>
            <p:cNvSpPr/>
            <p:nvPr/>
          </p:nvSpPr>
          <p:spPr>
            <a:xfrm>
              <a:off x="5184925" y="1576250"/>
              <a:ext cx="205475" cy="197625"/>
            </a:xfrm>
            <a:custGeom>
              <a:rect b="b" l="l" r="r" t="t"/>
              <a:pathLst>
                <a:path extrusionOk="0" h="7905" w="8219">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0" name="Google Shape;610;p50"/>
            <p:cNvSpPr/>
            <p:nvPr/>
          </p:nvSpPr>
          <p:spPr>
            <a:xfrm>
              <a:off x="5049725" y="1435075"/>
              <a:ext cx="481825" cy="481825"/>
            </a:xfrm>
            <a:custGeom>
              <a:rect b="b" l="l" r="r" t="t"/>
              <a:pathLst>
                <a:path extrusionOk="0" h="19273" w="19273">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1" name="Google Shape;611;p50"/>
            <p:cNvSpPr/>
            <p:nvPr/>
          </p:nvSpPr>
          <p:spPr>
            <a:xfrm>
              <a:off x="5245825" y="1435050"/>
              <a:ext cx="290450" cy="282350"/>
            </a:xfrm>
            <a:custGeom>
              <a:rect b="b" l="l" r="r" t="t"/>
              <a:pathLst>
                <a:path extrusionOk="0" h="11294" w="11618">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12" name="Google Shape;612;p50"/>
          <p:cNvSpPr/>
          <p:nvPr/>
        </p:nvSpPr>
        <p:spPr>
          <a:xfrm>
            <a:off x="1686011" y="3580044"/>
            <a:ext cx="515508" cy="487888"/>
          </a:xfrm>
          <a:custGeom>
            <a:rect b="b" l="l" r="r" t="t"/>
            <a:pathLst>
              <a:path extrusionOk="0" h="17942" w="18956">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pic>
        <p:nvPicPr>
          <p:cNvPr id="613" name="Google Shape;613;p50" title="2.png"/>
          <p:cNvPicPr preferRelativeResize="0"/>
          <p:nvPr/>
        </p:nvPicPr>
        <p:blipFill rotWithShape="1">
          <a:blip r:embed="rId3">
            <a:alphaModFix/>
          </a:blip>
          <a:srcRect b="26386" l="15478" r="14985" t="19873"/>
          <a:stretch/>
        </p:blipFill>
        <p:spPr>
          <a:xfrm>
            <a:off x="8271120" y="4474225"/>
            <a:ext cx="741030" cy="572700"/>
          </a:xfrm>
          <a:prstGeom prst="rect">
            <a:avLst/>
          </a:prstGeom>
          <a:noFill/>
          <a:ln>
            <a:noFill/>
          </a:ln>
        </p:spPr>
      </p:pic>
      <p:pic>
        <p:nvPicPr>
          <p:cNvPr id="614" name="Google Shape;614;p50" title="2.png"/>
          <p:cNvPicPr preferRelativeResize="0"/>
          <p:nvPr/>
        </p:nvPicPr>
        <p:blipFill rotWithShape="1">
          <a:blip r:embed="rId3">
            <a:alphaModFix/>
          </a:blip>
          <a:srcRect b="26386" l="15478" r="14985" t="19873"/>
          <a:stretch/>
        </p:blipFill>
        <p:spPr>
          <a:xfrm>
            <a:off x="8271120" y="4474225"/>
            <a:ext cx="741030" cy="572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620" name="Google Shape;620;p51"/>
          <p:cNvSpPr txBox="1"/>
          <p:nvPr>
            <p:ph idx="1" type="subTitle"/>
          </p:nvPr>
        </p:nvSpPr>
        <p:spPr>
          <a:xfrm>
            <a:off x="720075" y="1219325"/>
            <a:ext cx="3756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INVEST WITH US</a:t>
            </a:r>
            <a:endParaRPr/>
          </a:p>
        </p:txBody>
      </p:sp>
      <p:sp>
        <p:nvSpPr>
          <p:cNvPr id="621" name="Google Shape;621;p51"/>
          <p:cNvSpPr txBox="1"/>
          <p:nvPr>
            <p:ph idx="2" type="subTitle"/>
          </p:nvPr>
        </p:nvSpPr>
        <p:spPr>
          <a:xfrm>
            <a:off x="4667325" y="2787425"/>
            <a:ext cx="3756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a:t>
            </a:r>
            <a:r>
              <a:rPr lang="en"/>
              <a:t>nvest@nii.ca</a:t>
            </a:r>
            <a:endParaRPr/>
          </a:p>
        </p:txBody>
      </p:sp>
      <p:pic>
        <p:nvPicPr>
          <p:cNvPr id="622" name="Google Shape;622;p51"/>
          <p:cNvPicPr preferRelativeResize="0"/>
          <p:nvPr>
            <p:ph idx="3" type="pic"/>
          </p:nvPr>
        </p:nvPicPr>
        <p:blipFill rotWithShape="1">
          <a:blip r:embed="rId3">
            <a:alphaModFix/>
          </a:blip>
          <a:srcRect b="18722" l="0" r="0" t="18722"/>
          <a:stretch/>
        </p:blipFill>
        <p:spPr>
          <a:xfrm>
            <a:off x="4672200" y="1219325"/>
            <a:ext cx="3756600" cy="1568516"/>
          </a:xfrm>
          <a:prstGeom prst="rect">
            <a:avLst/>
          </a:prstGeom>
        </p:spPr>
      </p:pic>
      <p:pic>
        <p:nvPicPr>
          <p:cNvPr id="623" name="Google Shape;623;p51"/>
          <p:cNvPicPr preferRelativeResize="0"/>
          <p:nvPr>
            <p:ph idx="4" type="pic"/>
          </p:nvPr>
        </p:nvPicPr>
        <p:blipFill rotWithShape="1">
          <a:blip r:embed="rId4">
            <a:alphaModFix/>
          </a:blip>
          <a:srcRect b="21396" l="0" r="0" t="15856"/>
          <a:stretch/>
        </p:blipFill>
        <p:spPr>
          <a:xfrm>
            <a:off x="720075" y="3028325"/>
            <a:ext cx="3756600" cy="1568741"/>
          </a:xfrm>
          <a:prstGeom prst="rect">
            <a:avLst/>
          </a:prstGeom>
        </p:spPr>
      </p:pic>
      <p:sp>
        <p:nvSpPr>
          <p:cNvPr id="624" name="Google Shape;624;p51"/>
          <p:cNvSpPr txBox="1"/>
          <p:nvPr>
            <p:ph idx="5" type="body"/>
          </p:nvPr>
        </p:nvSpPr>
        <p:spPr>
          <a:xfrm>
            <a:off x="664025" y="1829388"/>
            <a:ext cx="3756600" cy="12387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Font typeface="Montserrat"/>
              <a:buChar char="■"/>
            </a:pPr>
            <a:r>
              <a:rPr lang="en" sz="1100">
                <a:solidFill>
                  <a:srgbClr val="000000"/>
                </a:solidFill>
                <a:latin typeface="Montserrat"/>
                <a:ea typeface="Montserrat"/>
                <a:cs typeface="Montserrat"/>
                <a:sym typeface="Montserrat"/>
              </a:rPr>
              <a:t>Stability in Uncertain Markets</a:t>
            </a:r>
            <a:endParaRPr sz="1100">
              <a:solidFill>
                <a:srgbClr val="000000"/>
              </a:solidFill>
              <a:latin typeface="Montserrat"/>
              <a:ea typeface="Montserrat"/>
              <a:cs typeface="Montserrat"/>
              <a:sym typeface="Montserrat"/>
            </a:endParaRPr>
          </a:p>
          <a:p>
            <a:pPr indent="-304800" lvl="0" marL="457200" rtl="0" algn="l">
              <a:spcBef>
                <a:spcPts val="0"/>
              </a:spcBef>
              <a:spcAft>
                <a:spcPts val="0"/>
              </a:spcAft>
              <a:buSzPts val="1200"/>
              <a:buFont typeface="Montserrat"/>
              <a:buChar char="■"/>
            </a:pPr>
            <a:r>
              <a:rPr lang="en" sz="1100">
                <a:solidFill>
                  <a:srgbClr val="000000"/>
                </a:solidFill>
                <a:latin typeface="Montserrat"/>
                <a:ea typeface="Montserrat"/>
                <a:cs typeface="Montserrat"/>
                <a:sym typeface="Montserrat"/>
              </a:rPr>
              <a:t>Proven Expertise and Reliability</a:t>
            </a:r>
            <a:endParaRPr sz="1100">
              <a:solidFill>
                <a:srgbClr val="000000"/>
              </a:solidFill>
              <a:latin typeface="Montserrat"/>
              <a:ea typeface="Montserrat"/>
              <a:cs typeface="Montserrat"/>
              <a:sym typeface="Montserrat"/>
            </a:endParaRPr>
          </a:p>
          <a:p>
            <a:pPr indent="-304800" lvl="0" marL="457200" rtl="0" algn="l">
              <a:spcBef>
                <a:spcPts val="0"/>
              </a:spcBef>
              <a:spcAft>
                <a:spcPts val="0"/>
              </a:spcAft>
              <a:buSzPts val="1200"/>
              <a:buFont typeface="Montserrat"/>
              <a:buChar char="■"/>
            </a:pPr>
            <a:r>
              <a:rPr lang="en" sz="1100">
                <a:solidFill>
                  <a:srgbClr val="000000"/>
                </a:solidFill>
                <a:latin typeface="Montserrat"/>
                <a:ea typeface="Montserrat"/>
                <a:cs typeface="Montserrat"/>
                <a:sym typeface="Montserrat"/>
              </a:rPr>
              <a:t>Tailored Investment Solutions</a:t>
            </a:r>
            <a:endParaRPr sz="1100">
              <a:solidFill>
                <a:srgbClr val="000000"/>
              </a:solidFill>
              <a:latin typeface="Montserrat"/>
              <a:ea typeface="Montserrat"/>
              <a:cs typeface="Montserrat"/>
              <a:sym typeface="Montserrat"/>
            </a:endParaRPr>
          </a:p>
          <a:p>
            <a:pPr indent="-304800" lvl="0" marL="457200" rtl="0" algn="l">
              <a:spcBef>
                <a:spcPts val="0"/>
              </a:spcBef>
              <a:spcAft>
                <a:spcPts val="0"/>
              </a:spcAft>
              <a:buSzPts val="1200"/>
              <a:buFont typeface="Montserrat"/>
              <a:buChar char="■"/>
            </a:pPr>
            <a:r>
              <a:rPr lang="en" sz="1100">
                <a:solidFill>
                  <a:srgbClr val="000000"/>
                </a:solidFill>
                <a:latin typeface="Montserrat"/>
                <a:ea typeface="Montserrat"/>
                <a:cs typeface="Montserrat"/>
                <a:sym typeface="Montserrat"/>
              </a:rPr>
              <a:t>Transparent and Trustworthy Management</a:t>
            </a:r>
            <a:endParaRPr sz="1100">
              <a:solidFill>
                <a:srgbClr val="000000"/>
              </a:solidFill>
              <a:latin typeface="Montserrat"/>
              <a:ea typeface="Montserrat"/>
              <a:cs typeface="Montserrat"/>
              <a:sym typeface="Montserrat"/>
            </a:endParaRPr>
          </a:p>
          <a:p>
            <a:pPr indent="-304800" lvl="0" marL="457200" rtl="0" algn="l">
              <a:spcBef>
                <a:spcPts val="0"/>
              </a:spcBef>
              <a:spcAft>
                <a:spcPts val="0"/>
              </a:spcAft>
              <a:buSzPts val="1200"/>
              <a:buFont typeface="Montserrat"/>
              <a:buChar char="■"/>
            </a:pPr>
            <a:r>
              <a:rPr lang="en" sz="1100">
                <a:solidFill>
                  <a:srgbClr val="000000"/>
                </a:solidFill>
                <a:latin typeface="Montserrat"/>
                <a:ea typeface="Montserrat"/>
                <a:cs typeface="Montserrat"/>
                <a:sym typeface="Montserrat"/>
              </a:rPr>
              <a:t>Proudly Canadian, Globally Focused</a:t>
            </a:r>
            <a:endParaRPr>
              <a:latin typeface="Montserrat"/>
              <a:ea typeface="Montserrat"/>
              <a:cs typeface="Montserrat"/>
              <a:sym typeface="Montserrat"/>
            </a:endParaRPr>
          </a:p>
        </p:txBody>
      </p:sp>
      <p:sp>
        <p:nvSpPr>
          <p:cNvPr id="625" name="Google Shape;625;p51"/>
          <p:cNvSpPr txBox="1"/>
          <p:nvPr>
            <p:ph idx="6" type="body"/>
          </p:nvPr>
        </p:nvSpPr>
        <p:spPr>
          <a:xfrm>
            <a:off x="4672200" y="3481538"/>
            <a:ext cx="3756600" cy="123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Montserrat"/>
                <a:ea typeface="Montserrat"/>
                <a:cs typeface="Montserrat"/>
                <a:sym typeface="Montserrat"/>
              </a:rPr>
              <a:t>1000 Bay St., Toronto, Ontario</a:t>
            </a:r>
            <a:endParaRPr sz="1400">
              <a:latin typeface="Montserrat"/>
              <a:ea typeface="Montserrat"/>
              <a:cs typeface="Montserrat"/>
              <a:sym typeface="Montserrat"/>
            </a:endParaRPr>
          </a:p>
          <a:p>
            <a:pPr indent="0" lvl="0" marL="0" rtl="0" algn="l">
              <a:spcBef>
                <a:spcPts val="0"/>
              </a:spcBef>
              <a:spcAft>
                <a:spcPts val="0"/>
              </a:spcAft>
              <a:buNone/>
            </a:pPr>
            <a:r>
              <a:rPr lang="en" sz="1400">
                <a:latin typeface="Montserrat"/>
                <a:ea typeface="Montserrat"/>
                <a:cs typeface="Montserrat"/>
                <a:sym typeface="Montserrat"/>
              </a:rPr>
              <a:t>(416) - 123 - 4567</a:t>
            </a:r>
            <a:endParaRPr sz="1400">
              <a:latin typeface="Montserrat"/>
              <a:ea typeface="Montserrat"/>
              <a:cs typeface="Montserrat"/>
              <a:sym typeface="Montserrat"/>
            </a:endParaRPr>
          </a:p>
          <a:p>
            <a:pPr indent="0" lvl="0" marL="0" rtl="0" algn="l">
              <a:spcBef>
                <a:spcPts val="0"/>
              </a:spcBef>
              <a:spcAft>
                <a:spcPts val="0"/>
              </a:spcAft>
              <a:buNone/>
            </a:pPr>
            <a:r>
              <a:rPr lang="en" sz="1400">
                <a:latin typeface="Montserrat"/>
                <a:ea typeface="Montserrat"/>
                <a:cs typeface="Montserrat"/>
                <a:sym typeface="Montserrat"/>
              </a:rPr>
              <a:t>nii.ca / nii.com</a:t>
            </a:r>
            <a:endParaRPr sz="1400">
              <a:latin typeface="Montserrat"/>
              <a:ea typeface="Montserrat"/>
              <a:cs typeface="Montserrat"/>
              <a:sym typeface="Montserrat"/>
            </a:endParaRPr>
          </a:p>
          <a:p>
            <a:pPr indent="0" lvl="0" marL="0" rtl="0" algn="l">
              <a:spcBef>
                <a:spcPts val="0"/>
              </a:spcBef>
              <a:spcAft>
                <a:spcPts val="0"/>
              </a:spcAft>
              <a:buNone/>
            </a:pPr>
            <a:r>
              <a:rPr lang="en" sz="1400">
                <a:latin typeface="Montserrat"/>
                <a:ea typeface="Montserrat"/>
                <a:cs typeface="Montserrat"/>
                <a:sym typeface="Montserrat"/>
              </a:rPr>
              <a:t>@niinvest</a:t>
            </a:r>
            <a:endParaRPr sz="1400">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52"/>
          <p:cNvSpPr txBox="1"/>
          <p:nvPr>
            <p:ph idx="1" type="body"/>
          </p:nvPr>
        </p:nvSpPr>
        <p:spPr>
          <a:xfrm>
            <a:off x="311700" y="1583900"/>
            <a:ext cx="8442000" cy="2950800"/>
          </a:xfrm>
          <a:prstGeom prst="rect">
            <a:avLst/>
          </a:prstGeom>
        </p:spPr>
        <p:txBody>
          <a:bodyPr anchorCtr="0" anchor="t" bIns="91425" lIns="91425" spcFirstLastPara="1" rIns="91425" wrap="square" tIns="91425">
            <a:noAutofit/>
          </a:bodyPr>
          <a:lstStyle/>
          <a:p>
            <a:pPr indent="0" lvl="0" marL="0" rtl="0" algn="l">
              <a:lnSpc>
                <a:spcPct val="140000"/>
              </a:lnSpc>
              <a:spcBef>
                <a:spcPts val="1400"/>
              </a:spcBef>
              <a:spcAft>
                <a:spcPts val="0"/>
              </a:spcAft>
              <a:buNone/>
            </a:pPr>
            <a:r>
              <a:rPr lang="en">
                <a:solidFill>
                  <a:srgbClr val="000000"/>
                </a:solidFill>
                <a:latin typeface="Oswald"/>
                <a:ea typeface="Oswald"/>
                <a:cs typeface="Oswald"/>
                <a:sym typeface="Oswald"/>
              </a:rPr>
              <a:t>Alex Bryan, “</a:t>
            </a:r>
            <a:r>
              <a:rPr lang="en">
                <a:solidFill>
                  <a:srgbClr val="333333"/>
                </a:solidFill>
                <a:highlight>
                  <a:schemeClr val="lt1"/>
                </a:highlight>
                <a:latin typeface="Oswald"/>
                <a:ea typeface="Oswald"/>
                <a:cs typeface="Oswald"/>
                <a:sym typeface="Oswald"/>
              </a:rPr>
              <a:t>A framework for evaluating low-volatility funds”, 7 August 2018, Morningstar, </a:t>
            </a:r>
            <a:r>
              <a:rPr lang="en" u="sng">
                <a:highlight>
                  <a:schemeClr val="lt1"/>
                </a:highlight>
                <a:latin typeface="Oswald"/>
                <a:ea typeface="Oswald"/>
                <a:cs typeface="Oswald"/>
                <a:sym typeface="Oswald"/>
                <a:hlinkClick r:id="rId3"/>
              </a:rPr>
              <a:t>https://www.morningstar.ca/ca/news/191021/a-framework-for-evaluating-low-volatility-funds.aspx</a:t>
            </a:r>
            <a:r>
              <a:rPr lang="en">
                <a:solidFill>
                  <a:srgbClr val="333333"/>
                </a:solidFill>
                <a:highlight>
                  <a:schemeClr val="lt1"/>
                </a:highlight>
                <a:latin typeface="Oswald"/>
                <a:ea typeface="Oswald"/>
                <a:cs typeface="Oswald"/>
                <a:sym typeface="Oswald"/>
              </a:rPr>
              <a:t>. </a:t>
            </a:r>
            <a:endParaRPr>
              <a:solidFill>
                <a:srgbClr val="333333"/>
              </a:solidFill>
              <a:highlight>
                <a:schemeClr val="lt1"/>
              </a:highlight>
              <a:latin typeface="Oswald"/>
              <a:ea typeface="Oswald"/>
              <a:cs typeface="Oswald"/>
              <a:sym typeface="Oswald"/>
            </a:endParaRPr>
          </a:p>
          <a:p>
            <a:pPr indent="0" lvl="0" marL="0" rtl="0" algn="l">
              <a:spcBef>
                <a:spcPts val="1400"/>
              </a:spcBef>
              <a:spcAft>
                <a:spcPts val="0"/>
              </a:spcAft>
              <a:buNone/>
            </a:pPr>
            <a:r>
              <a:rPr lang="en">
                <a:latin typeface="Oswald"/>
                <a:ea typeface="Oswald"/>
                <a:cs typeface="Oswald"/>
                <a:sym typeface="Oswald"/>
              </a:rPr>
              <a:t>David Elliott,”</a:t>
            </a:r>
            <a:r>
              <a:rPr lang="en">
                <a:solidFill>
                  <a:srgbClr val="000000"/>
                </a:solidFill>
                <a:highlight>
                  <a:schemeClr val="lt2"/>
                </a:highlight>
                <a:latin typeface="Oswald"/>
                <a:ea typeface="Oswald"/>
                <a:cs typeface="Oswald"/>
                <a:sym typeface="Oswald"/>
              </a:rPr>
              <a:t>6 countries successfully growing their manufacturing – and what they are doing right”, January 20 2025, World Economic forum,</a:t>
            </a:r>
            <a:r>
              <a:rPr lang="en" u="sng">
                <a:highlight>
                  <a:schemeClr val="lt2"/>
                </a:highlight>
                <a:latin typeface="Oswald"/>
                <a:ea typeface="Oswald"/>
                <a:cs typeface="Oswald"/>
                <a:sym typeface="Oswald"/>
                <a:hlinkClick r:id="rId4"/>
              </a:rPr>
              <a:t>https://www.weforum.org/stories/2025/01/6-countries-successfully-growing-their-manufacturing/</a:t>
            </a:r>
            <a:r>
              <a:rPr lang="en">
                <a:solidFill>
                  <a:srgbClr val="000000"/>
                </a:solidFill>
                <a:highlight>
                  <a:schemeClr val="lt2"/>
                </a:highlight>
                <a:latin typeface="Oswald"/>
                <a:ea typeface="Oswald"/>
                <a:cs typeface="Oswald"/>
                <a:sym typeface="Oswald"/>
              </a:rPr>
              <a:t>. </a:t>
            </a:r>
            <a:endParaRPr>
              <a:solidFill>
                <a:srgbClr val="000000"/>
              </a:solidFill>
              <a:highlight>
                <a:schemeClr val="lt2"/>
              </a:highlight>
              <a:latin typeface="Oswald"/>
              <a:ea typeface="Oswald"/>
              <a:cs typeface="Oswald"/>
              <a:sym typeface="Oswald"/>
            </a:endParaRPr>
          </a:p>
          <a:p>
            <a:pPr indent="0" lvl="0" marL="0" rtl="0" algn="l">
              <a:lnSpc>
                <a:spcPct val="140000"/>
              </a:lnSpc>
              <a:spcBef>
                <a:spcPts val="1400"/>
              </a:spcBef>
              <a:spcAft>
                <a:spcPts val="0"/>
              </a:spcAft>
              <a:buNone/>
            </a:pPr>
            <a:r>
              <a:rPr lang="en">
                <a:solidFill>
                  <a:srgbClr val="000000"/>
                </a:solidFill>
                <a:latin typeface="Oswald"/>
                <a:ea typeface="Oswald"/>
                <a:cs typeface="Oswald"/>
                <a:sym typeface="Oswald"/>
              </a:rPr>
              <a:t>James C. Fallon, Christopher Zani, CFA, “The Benefits of Low Volatility as a Strategic Allocation”, March 2024,MFS,</a:t>
            </a:r>
            <a:r>
              <a:rPr lang="en" u="sng">
                <a:latin typeface="Oswald"/>
                <a:ea typeface="Oswald"/>
                <a:cs typeface="Oswald"/>
                <a:sym typeface="Oswald"/>
                <a:hlinkClick r:id="rId5"/>
              </a:rPr>
              <a:t>https://www.mfs.com/en-us/investment-professional/insights/market-insights/the-benefits-of-low-volatility-as-a-strategic-allocation.html</a:t>
            </a:r>
            <a:endParaRPr>
              <a:solidFill>
                <a:srgbClr val="000000"/>
              </a:solidFill>
              <a:latin typeface="Oswald"/>
              <a:ea typeface="Oswald"/>
              <a:cs typeface="Oswald"/>
              <a:sym typeface="Oswald"/>
            </a:endParaRPr>
          </a:p>
          <a:p>
            <a:pPr indent="0" lvl="0" marL="0" rtl="0" algn="l">
              <a:spcBef>
                <a:spcPts val="1400"/>
              </a:spcBef>
              <a:spcAft>
                <a:spcPts val="0"/>
              </a:spcAft>
              <a:buNone/>
            </a:pPr>
            <a:r>
              <a:rPr lang="en">
                <a:highlight>
                  <a:schemeClr val="lt2"/>
                </a:highlight>
                <a:latin typeface="Oswald"/>
                <a:ea typeface="Oswald"/>
                <a:cs typeface="Oswald"/>
                <a:sym typeface="Oswald"/>
              </a:rPr>
              <a:t>Kai Schultz and Shruti Srivastava, “Developing Countries Can’t Count on Manufacturing to Supercharge Growth”, October 21 2024, BNN Bloomberg, </a:t>
            </a:r>
            <a:r>
              <a:rPr lang="en" u="sng">
                <a:highlight>
                  <a:schemeClr val="lt2"/>
                </a:highlight>
                <a:latin typeface="Oswald"/>
                <a:ea typeface="Oswald"/>
                <a:cs typeface="Oswald"/>
                <a:sym typeface="Oswald"/>
                <a:hlinkClick r:id="rId6"/>
              </a:rPr>
              <a:t>https://www.bnnbloomberg.ca/investing/commodities/2024/10/21/developing-countries-cant-count-on-manufacturing-to-supercharge-growth/</a:t>
            </a:r>
            <a:r>
              <a:rPr lang="en">
                <a:highlight>
                  <a:schemeClr val="lt2"/>
                </a:highlight>
                <a:latin typeface="Oswald"/>
                <a:ea typeface="Oswald"/>
                <a:cs typeface="Oswald"/>
                <a:sym typeface="Oswald"/>
              </a:rPr>
              <a:t>. </a:t>
            </a:r>
            <a:endParaRPr>
              <a:solidFill>
                <a:srgbClr val="000000"/>
              </a:solidFill>
              <a:latin typeface="Oswald"/>
              <a:ea typeface="Oswald"/>
              <a:cs typeface="Oswald"/>
              <a:sym typeface="Oswald"/>
            </a:endParaRPr>
          </a:p>
          <a:p>
            <a:pPr indent="0" lvl="0" marL="0" rtl="0" algn="l">
              <a:spcBef>
                <a:spcPts val="0"/>
              </a:spcBef>
              <a:spcAft>
                <a:spcPts val="0"/>
              </a:spcAft>
              <a:buNone/>
            </a:pPr>
            <a:r>
              <a:t/>
            </a:r>
            <a:endParaRPr>
              <a:solidFill>
                <a:srgbClr val="000000"/>
              </a:solidFill>
              <a:latin typeface="Oswald"/>
              <a:ea typeface="Oswald"/>
              <a:cs typeface="Oswald"/>
              <a:sym typeface="Oswald"/>
            </a:endParaRPr>
          </a:p>
          <a:p>
            <a:pPr indent="0" lvl="0" marL="0" rtl="0" algn="l">
              <a:spcBef>
                <a:spcPts val="0"/>
              </a:spcBef>
              <a:spcAft>
                <a:spcPts val="0"/>
              </a:spcAft>
              <a:buNone/>
            </a:pPr>
            <a:r>
              <a:rPr lang="en">
                <a:latin typeface="Oswald"/>
                <a:ea typeface="Oswald"/>
                <a:cs typeface="Oswald"/>
                <a:sym typeface="Oswald"/>
              </a:rPr>
              <a:t>Stephanie Thompson, “</a:t>
            </a:r>
            <a:r>
              <a:rPr lang="en">
                <a:solidFill>
                  <a:srgbClr val="000000"/>
                </a:solidFill>
                <a:highlight>
                  <a:srgbClr val="FFFFFF"/>
                </a:highlight>
                <a:latin typeface="Oswald"/>
                <a:ea typeface="Oswald"/>
                <a:cs typeface="Oswald"/>
                <a:sym typeface="Oswald"/>
              </a:rPr>
              <a:t>Is globalization dying? An economic historian weighs up the evidence”, August 2 2024, </a:t>
            </a:r>
            <a:endParaRPr>
              <a:solidFill>
                <a:srgbClr val="000000"/>
              </a:solidFill>
              <a:highlight>
                <a:srgbClr val="FFFFFF"/>
              </a:highlight>
              <a:latin typeface="Oswald"/>
              <a:ea typeface="Oswald"/>
              <a:cs typeface="Oswald"/>
              <a:sym typeface="Oswald"/>
            </a:endParaRPr>
          </a:p>
          <a:p>
            <a:pPr indent="0" lvl="0" marL="0" rtl="0" algn="l">
              <a:spcBef>
                <a:spcPts val="0"/>
              </a:spcBef>
              <a:spcAft>
                <a:spcPts val="0"/>
              </a:spcAft>
              <a:buNone/>
            </a:pPr>
            <a:r>
              <a:rPr lang="en">
                <a:latin typeface="Oswald"/>
                <a:ea typeface="Oswald"/>
                <a:cs typeface="Oswald"/>
                <a:sym typeface="Oswald"/>
              </a:rPr>
              <a:t> World Economic Forum, </a:t>
            </a:r>
            <a:r>
              <a:rPr lang="en" u="sng">
                <a:solidFill>
                  <a:schemeClr val="hlink"/>
                </a:solidFill>
                <a:latin typeface="Oswald"/>
                <a:ea typeface="Oswald"/>
                <a:cs typeface="Oswald"/>
                <a:sym typeface="Oswald"/>
                <a:hlinkClick r:id="rId7"/>
              </a:rPr>
              <a:t>https://www.weforum.org/stories/2024/08/globalization-dying-economic-historian-evidence-adam-tooze/</a:t>
            </a:r>
            <a:endParaRPr>
              <a:solidFill>
                <a:srgbClr val="333333"/>
              </a:solidFill>
              <a:highlight>
                <a:srgbClr val="FDFDFD"/>
              </a:highlight>
              <a:latin typeface="Oswald"/>
              <a:ea typeface="Oswald"/>
              <a:cs typeface="Oswald"/>
              <a:sym typeface="Oswald"/>
            </a:endParaRPr>
          </a:p>
          <a:p>
            <a:pPr indent="0" lvl="0" marL="0" rtl="0" algn="l">
              <a:lnSpc>
                <a:spcPct val="140000"/>
              </a:lnSpc>
              <a:spcBef>
                <a:spcPts val="1400"/>
              </a:spcBef>
              <a:spcAft>
                <a:spcPts val="0"/>
              </a:spcAft>
              <a:buNone/>
            </a:pPr>
            <a:r>
              <a:t/>
            </a:r>
            <a:endParaRPr>
              <a:solidFill>
                <a:srgbClr val="000000"/>
              </a:solidFill>
              <a:latin typeface="Oswald"/>
              <a:ea typeface="Oswald"/>
              <a:cs typeface="Oswald"/>
              <a:sym typeface="Oswald"/>
            </a:endParaRPr>
          </a:p>
          <a:p>
            <a:pPr indent="0" lvl="0" marL="0" rtl="0" algn="l">
              <a:lnSpc>
                <a:spcPct val="140000"/>
              </a:lnSpc>
              <a:spcBef>
                <a:spcPts val="1400"/>
              </a:spcBef>
              <a:spcAft>
                <a:spcPts val="0"/>
              </a:spcAft>
              <a:buNone/>
            </a:pPr>
            <a:r>
              <a:t/>
            </a:r>
            <a:endParaRPr>
              <a:solidFill>
                <a:srgbClr val="000000"/>
              </a:solidFill>
              <a:latin typeface="Oswald"/>
              <a:ea typeface="Oswald"/>
              <a:cs typeface="Oswald"/>
              <a:sym typeface="Oswald"/>
            </a:endParaRPr>
          </a:p>
          <a:p>
            <a:pPr indent="0" lvl="0" marL="0" rtl="0" algn="l">
              <a:lnSpc>
                <a:spcPct val="140000"/>
              </a:lnSpc>
              <a:spcBef>
                <a:spcPts val="1400"/>
              </a:spcBef>
              <a:spcAft>
                <a:spcPts val="1400"/>
              </a:spcAft>
              <a:buNone/>
            </a:pPr>
            <a:r>
              <a:t/>
            </a:r>
            <a:endParaRPr>
              <a:solidFill>
                <a:srgbClr val="000000"/>
              </a:solidFill>
              <a:latin typeface="Oswald"/>
              <a:ea typeface="Oswald"/>
              <a:cs typeface="Oswald"/>
              <a:sym typeface="Oswald"/>
            </a:endParaRPr>
          </a:p>
        </p:txBody>
      </p:sp>
      <p:sp>
        <p:nvSpPr>
          <p:cNvPr id="631" name="Google Shape;631;p52"/>
          <p:cNvSpPr txBox="1"/>
          <p:nvPr/>
        </p:nvSpPr>
        <p:spPr>
          <a:xfrm>
            <a:off x="311700" y="734725"/>
            <a:ext cx="3882000" cy="5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2500">
                <a:solidFill>
                  <a:schemeClr val="dk1"/>
                </a:solidFill>
                <a:latin typeface="Montserrat"/>
                <a:ea typeface="Montserrat"/>
                <a:cs typeface="Montserrat"/>
                <a:sym typeface="Montserrat"/>
              </a:rPr>
              <a:t>References</a:t>
            </a:r>
            <a:endParaRPr b="1" i="1" sz="2500">
              <a:solidFill>
                <a:schemeClr val="dk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Bank Fees Marketing Plan by Slidesgo">
  <a:themeElements>
    <a:clrScheme name="Simple Light">
      <a:dk1>
        <a:srgbClr val="232323"/>
      </a:dk1>
      <a:lt1>
        <a:srgbClr val="FDFDFD"/>
      </a:lt1>
      <a:dk2>
        <a:srgbClr val="F0D931"/>
      </a:dk2>
      <a:lt2>
        <a:srgbClr val="FFFFFF"/>
      </a:lt2>
      <a:accent1>
        <a:srgbClr val="FFFFFF"/>
      </a:accent1>
      <a:accent2>
        <a:srgbClr val="FFFFFF"/>
      </a:accent2>
      <a:accent3>
        <a:srgbClr val="FFFFFF"/>
      </a:accent3>
      <a:accent4>
        <a:srgbClr val="FFFFFF"/>
      </a:accent4>
      <a:accent5>
        <a:srgbClr val="FFFFFF"/>
      </a:accent5>
      <a:accent6>
        <a:srgbClr val="FFFFFF"/>
      </a:accent6>
      <a:hlink>
        <a:srgbClr val="23232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